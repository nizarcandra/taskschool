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ersegi panjang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0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3" name="Kotak Teks 2"/>
          <p:cNvSpPr txBox="1"/>
          <p:nvPr/>
        </p:nvSpPr>
        <p:spPr>
          <a:xfrm>
            <a:off x="736600" y="1244600"/>
            <a:ext cx="96520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48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TaskSchool</a:t>
            </a:r>
            <a:endParaRPr lang="en-US" altLang="en-US" sz="48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Kotak Teks 3"/>
          <p:cNvSpPr txBox="1"/>
          <p:nvPr/>
        </p:nvSpPr>
        <p:spPr>
          <a:xfrm>
            <a:off x="787400" y="2209800"/>
            <a:ext cx="9652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200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 Manajemen Tugas Sekolah berbasis Laravel 13</a:t>
            </a:r>
            <a:endParaRPr lang="en-US" altLang="en-US" sz="2000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Kotak Teks 4"/>
          <p:cNvSpPr txBox="1"/>
          <p:nvPr/>
        </p:nvSpPr>
        <p:spPr>
          <a:xfrm>
            <a:off x="787400" y="3175000"/>
            <a:ext cx="8255000" cy="112839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Tugas Praktikum Laravel 13 - AI Native Era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Kelas XI RPL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Nama / Absen: isi sesuai data kamu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Persegi panjang 5"/>
          <p:cNvSpPr/>
          <p:nvPr/>
        </p:nvSpPr>
        <p:spPr>
          <a:xfrm>
            <a:off x="7747000" y="4114800"/>
            <a:ext cx="3683000" cy="14224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7" name="Persegi panjang 6"/>
          <p:cNvSpPr/>
          <p:nvPr/>
        </p:nvSpPr>
        <p:spPr>
          <a:xfrm>
            <a:off x="7747000" y="4114800"/>
            <a:ext cx="88900" cy="1422400"/>
          </a:xfrm>
          <a:prstGeom prst="rect">
            <a:avLst/>
          </a:prstGeom>
          <a:solidFill>
            <a:srgbClr val="11182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8" name="Kotak Teks 7"/>
          <p:cNvSpPr txBox="1"/>
          <p:nvPr/>
        </p:nvSpPr>
        <p:spPr>
          <a:xfrm>
            <a:off x="7975600" y="4292600"/>
            <a:ext cx="3276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Stack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Kotak Teks 8"/>
          <p:cNvSpPr txBox="1"/>
          <p:nvPr/>
        </p:nvSpPr>
        <p:spPr>
          <a:xfrm>
            <a:off x="7975600" y="4724400"/>
            <a:ext cx="3276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13.11.2, PHP 8.3.31, MySQL, Blade, Queue, JSON API, Laravel Boost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Kotak Teks 9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Penjelasan Project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Study Case 1: Sistem Manajemen Tugas Sekolah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Kotak Teks 3"/>
          <p:cNvSpPr txBox="1"/>
          <p:nvPr/>
        </p:nvSpPr>
        <p:spPr>
          <a:xfrm>
            <a:off x="787400" y="1778000"/>
            <a:ext cx="10414000" cy="20002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800"/>
              </a:spcAft>
            </a:pPr>
            <a:r>
              <a:rPr lang="en-US" altLang="en-US" sz="22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Nama aplikasi: TaskSchool</a:t>
            </a:r>
            <a:endParaRPr lang="en-US" altLang="en-US" sz="22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2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Fungsi: mengelola tugas sekolah dari satu dashboard</a:t>
            </a:r>
            <a:endParaRPr lang="en-US" altLang="en-US" sz="22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2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Target pengguna: siswa yang ingin mencatat tugas, status pengerjaan, dan deadline</a:t>
            </a:r>
            <a:endParaRPr lang="en-US" altLang="en-US" sz="22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2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Manfaat: tugas lebih mudah dipantau dan prioritas deadline terlihat jelas</a:t>
            </a:r>
            <a:endParaRPr lang="en-US" altLang="en-US" sz="22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Kotak Teks 4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Project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utama yang sudah diimplementasikan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736600" y="1714500"/>
            <a:ext cx="31750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Persegi panjang 4"/>
          <p:cNvSpPr/>
          <p:nvPr/>
        </p:nvSpPr>
        <p:spPr>
          <a:xfrm>
            <a:off x="736600" y="1714500"/>
            <a:ext cx="88900" cy="16764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6" name="Kotak Teks 5"/>
          <p:cNvSpPr txBox="1"/>
          <p:nvPr/>
        </p:nvSpPr>
        <p:spPr>
          <a:xfrm>
            <a:off x="965200" y="18923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CRUD Tugas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Kotak Teks 6"/>
          <p:cNvSpPr txBox="1"/>
          <p:nvPr/>
        </p:nvSpPr>
        <p:spPr>
          <a:xfrm>
            <a:off x="965200" y="2324100"/>
            <a:ext cx="2768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Tambah, lihat, edit, dan hapus data tugas sekolah.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ersegi panjang 7"/>
          <p:cNvSpPr/>
          <p:nvPr/>
        </p:nvSpPr>
        <p:spPr>
          <a:xfrm>
            <a:off x="4508500" y="1714500"/>
            <a:ext cx="31750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9" name="Persegi panjang 8"/>
          <p:cNvSpPr/>
          <p:nvPr/>
        </p:nvSpPr>
        <p:spPr>
          <a:xfrm>
            <a:off x="4508500" y="1714500"/>
            <a:ext cx="88900" cy="1676400"/>
          </a:xfrm>
          <a:prstGeom prst="rect">
            <a:avLst/>
          </a:prstGeom>
          <a:solidFill>
            <a:srgbClr val="0478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0" name="Kotak Teks 9"/>
          <p:cNvSpPr txBox="1"/>
          <p:nvPr/>
        </p:nvSpPr>
        <p:spPr>
          <a:xfrm>
            <a:off x="4737100" y="18923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 Tugas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Kotak Teks 10"/>
          <p:cNvSpPr txBox="1"/>
          <p:nvPr/>
        </p:nvSpPr>
        <p:spPr>
          <a:xfrm>
            <a:off x="4737100" y="2324100"/>
            <a:ext cx="2768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Status: belum, proses, selesai. Tugas selesai otomatis turun ke bawah.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ersegi panjang 11"/>
          <p:cNvSpPr/>
          <p:nvPr/>
        </p:nvSpPr>
        <p:spPr>
          <a:xfrm>
            <a:off x="8280400" y="1714500"/>
            <a:ext cx="31750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3" name="Persegi panjang 12"/>
          <p:cNvSpPr/>
          <p:nvPr/>
        </p:nvSpPr>
        <p:spPr>
          <a:xfrm>
            <a:off x="8280400" y="1714500"/>
            <a:ext cx="88900" cy="16764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4" name="Kotak Teks 13"/>
          <p:cNvSpPr txBox="1"/>
          <p:nvPr/>
        </p:nvSpPr>
        <p:spPr>
          <a:xfrm>
            <a:off x="8509000" y="18923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Deadline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Kotak Teks 14"/>
          <p:cNvSpPr txBox="1"/>
          <p:nvPr/>
        </p:nvSpPr>
        <p:spPr>
          <a:xfrm>
            <a:off x="8509000" y="2324100"/>
            <a:ext cx="2768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Deadline terdekat tampil di atas agar tugas prioritas mudah dilihat.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Persegi panjang 15"/>
          <p:cNvSpPr/>
          <p:nvPr/>
        </p:nvSpPr>
        <p:spPr>
          <a:xfrm>
            <a:off x="2641600" y="4000500"/>
            <a:ext cx="31750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7" name="Persegi panjang 16"/>
          <p:cNvSpPr/>
          <p:nvPr/>
        </p:nvSpPr>
        <p:spPr>
          <a:xfrm>
            <a:off x="2641600" y="4000500"/>
            <a:ext cx="88900" cy="16764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8" name="Kotak Teks 17"/>
          <p:cNvSpPr txBox="1"/>
          <p:nvPr/>
        </p:nvSpPr>
        <p:spPr>
          <a:xfrm>
            <a:off x="2870200" y="41783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+ Queue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Kotak Teks 18"/>
          <p:cNvSpPr txBox="1"/>
          <p:nvPr/>
        </p:nvSpPr>
        <p:spPr>
          <a:xfrm>
            <a:off x="2870200" y="4610100"/>
            <a:ext cx="2768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JSON untuk data tugas dan queue job untuk simulasi reminder.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Persegi panjang 19"/>
          <p:cNvSpPr/>
          <p:nvPr/>
        </p:nvSpPr>
        <p:spPr>
          <a:xfrm>
            <a:off x="6413500" y="4000500"/>
            <a:ext cx="31750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1" name="Persegi panjang 20"/>
          <p:cNvSpPr/>
          <p:nvPr/>
        </p:nvSpPr>
        <p:spPr>
          <a:xfrm>
            <a:off x="6413500" y="4000500"/>
            <a:ext cx="88900" cy="1676400"/>
          </a:xfrm>
          <a:prstGeom prst="rect">
            <a:avLst/>
          </a:prstGeom>
          <a:solidFill>
            <a:srgbClr val="DC262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22" name="Kotak Teks 21"/>
          <p:cNvSpPr txBox="1"/>
          <p:nvPr/>
        </p:nvSpPr>
        <p:spPr>
          <a:xfrm>
            <a:off x="6642100" y="4178300"/>
            <a:ext cx="27686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UI Rapi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Kotak Teks 22"/>
          <p:cNvSpPr txBox="1"/>
          <p:nvPr/>
        </p:nvSpPr>
        <p:spPr>
          <a:xfrm>
            <a:off x="6642100" y="4610100"/>
            <a:ext cx="2768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Dashboard, form, dan tabel dibuat responsive serta siap screenshot.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Kotak Teks 23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Fitur Laravel 13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Minimal 5 fitur Laravel 13 / modern workflow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Kotak Teks 3"/>
          <p:cNvSpPr txBox="1"/>
          <p:nvPr/>
        </p:nvSpPr>
        <p:spPr>
          <a:xfrm>
            <a:off x="787400" y="1651000"/>
            <a:ext cx="10604500" cy="24517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8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Laravel Boost: berhasil dipasang dan menjalankan boost:list-skills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JSON API response: success, message, data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Attribute based development: contoh #[Scope] pada model Task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Security: form web menggunakan @csrf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Queue / Job: SendTaskReminder untuk simulasi reminder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1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PHP 8.3 + Laravel 13.11.2 sebagai platform utama</a:t>
            </a:r>
            <a:endParaRPr lang="en-US" altLang="en-US" sz="21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Kotak Teks 4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Penggunaan AI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dipakai sebagai assistant, bukan pengganti pemahaman kode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Kotak Teks 3"/>
          <p:cNvSpPr txBox="1"/>
          <p:nvPr/>
        </p:nvSpPr>
        <p:spPr>
          <a:xfrm>
            <a:off x="736600" y="1778000"/>
            <a:ext cx="10477500" cy="18465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AI yang digunakan: ChatGPT / Codex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Prompt: Buatkan implementasi Laravel 13 untuk sistem manajemen tugas sekolah dengan CRUD, JSON API, queue reminder, dan dokumentasi praktikum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Hasil AI: struktur fitur, kode controller/model/view, dokumentasi, dan perbaikan error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Analisis: hasil AI tetap harus diuji dengan php artisan test dan dicek versi Laravel/PHP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Kotak Teks 4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12 vs Laravel 13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Ringkasan perbandingan sesuai tugas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736600" y="1714500"/>
            <a:ext cx="50165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Persegi panjang 4"/>
          <p:cNvSpPr/>
          <p:nvPr/>
        </p:nvSpPr>
        <p:spPr>
          <a:xfrm>
            <a:off x="736600" y="1714500"/>
            <a:ext cx="88900" cy="1397000"/>
          </a:xfrm>
          <a:prstGeom prst="rect">
            <a:avLst/>
          </a:prstGeom>
          <a:solidFill>
            <a:srgbClr val="1D4E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6" name="Kotak Teks 5"/>
          <p:cNvSpPr txBox="1"/>
          <p:nvPr/>
        </p:nvSpPr>
        <p:spPr>
          <a:xfrm>
            <a:off x="965200" y="1892300"/>
            <a:ext cx="4610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Support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Kotak Teks 6"/>
          <p:cNvSpPr txBox="1"/>
          <p:nvPr/>
        </p:nvSpPr>
        <p:spPr>
          <a:xfrm>
            <a:off x="965200" y="2324100"/>
            <a:ext cx="46101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12 belum berfokus pada AI workflow. Laravel 13 mulai mendukung Boost dan workflow AI assisted.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ersegi panjang 7"/>
          <p:cNvSpPr/>
          <p:nvPr/>
        </p:nvSpPr>
        <p:spPr>
          <a:xfrm>
            <a:off x="6413500" y="1714500"/>
            <a:ext cx="50165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9" name="Persegi panjang 8"/>
          <p:cNvSpPr/>
          <p:nvPr/>
        </p:nvSpPr>
        <p:spPr>
          <a:xfrm>
            <a:off x="6413500" y="1714500"/>
            <a:ext cx="88900" cy="1397000"/>
          </a:xfrm>
          <a:prstGeom prst="rect">
            <a:avLst/>
          </a:prstGeom>
          <a:solidFill>
            <a:srgbClr val="04785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0" name="Kotak Teks 9"/>
          <p:cNvSpPr txBox="1"/>
          <p:nvPr/>
        </p:nvSpPr>
        <p:spPr>
          <a:xfrm>
            <a:off x="6642100" y="1892300"/>
            <a:ext cx="4610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JSON API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Kotak Teks 10"/>
          <p:cNvSpPr txBox="1"/>
          <p:nvPr/>
        </p:nvSpPr>
        <p:spPr>
          <a:xfrm>
            <a:off x="6642100" y="2324100"/>
            <a:ext cx="46101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 lebih siap untuk API modern yang dipakai frontend/mobile.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ersegi panjang 11"/>
          <p:cNvSpPr/>
          <p:nvPr/>
        </p:nvSpPr>
        <p:spPr>
          <a:xfrm>
            <a:off x="736600" y="3556000"/>
            <a:ext cx="50165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3" name="Persegi panjang 12"/>
          <p:cNvSpPr/>
          <p:nvPr/>
        </p:nvSpPr>
        <p:spPr>
          <a:xfrm>
            <a:off x="736600" y="3556000"/>
            <a:ext cx="88900" cy="1397000"/>
          </a:xfrm>
          <a:prstGeom prst="rect">
            <a:avLst/>
          </a:prstGeom>
          <a:solidFill>
            <a:srgbClr val="B4530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4" name="Kotak Teks 13"/>
          <p:cNvSpPr txBox="1"/>
          <p:nvPr/>
        </p:nvSpPr>
        <p:spPr>
          <a:xfrm>
            <a:off x="965200" y="3733800"/>
            <a:ext cx="4610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Kotak Teks 14"/>
          <p:cNvSpPr txBox="1"/>
          <p:nvPr/>
        </p:nvSpPr>
        <p:spPr>
          <a:xfrm>
            <a:off x="965200" y="4165600"/>
            <a:ext cx="46101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 membawa arah security request yang lebih modern.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Persegi panjang 15"/>
          <p:cNvSpPr/>
          <p:nvPr/>
        </p:nvSpPr>
        <p:spPr>
          <a:xfrm>
            <a:off x="6413500" y="3556000"/>
            <a:ext cx="5016500" cy="1397000"/>
          </a:xfrm>
          <a:prstGeom prst="rect">
            <a:avLst/>
          </a:prstGeom>
          <a:solidFill>
            <a:srgbClr val="FFFFFF"/>
          </a:solidFill>
          <a:ln>
            <a:solidFill>
              <a:srgbClr val="D9D9E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7" name="Persegi panjang 16"/>
          <p:cNvSpPr/>
          <p:nvPr/>
        </p:nvSpPr>
        <p:spPr>
          <a:xfrm>
            <a:off x="6413500" y="3556000"/>
            <a:ext cx="88900" cy="13970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18" name="Kotak Teks 17"/>
          <p:cNvSpPr txBox="1"/>
          <p:nvPr/>
        </p:nvSpPr>
        <p:spPr>
          <a:xfrm>
            <a:off x="6642100" y="3733800"/>
            <a:ext cx="46101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Developer Experience</a:t>
            </a:r>
            <a:endParaRPr lang="en-US" altLang="en-US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Kotak Teks 18"/>
          <p:cNvSpPr txBox="1"/>
          <p:nvPr/>
        </p:nvSpPr>
        <p:spPr>
          <a:xfrm>
            <a:off x="6642100" y="4165600"/>
            <a:ext cx="46101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3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Laravel 13 lebih modern lewat attribute, Boost, queue improvement, dan tooling baru.</a:t>
            </a:r>
            <a:endParaRPr lang="en-US" altLang="en-US" sz="13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Kotak Teks 19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Screenshot Project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dan halaman tambah tugas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ambar 3" descr="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1587500"/>
            <a:ext cx="5334000" cy="2997200"/>
          </a:xfrm>
          <a:prstGeom prst="rect">
            <a:avLst/>
          </a:prstGeom>
        </p:spPr>
      </p:pic>
      <p:pic>
        <p:nvPicPr>
          <p:cNvPr id="5" name="Gambar 4" descr="cre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587500"/>
            <a:ext cx="5334000" cy="2997200"/>
          </a:xfrm>
          <a:prstGeom prst="rect">
            <a:avLst/>
          </a:prstGeom>
        </p:spPr>
      </p:pic>
      <p:sp>
        <p:nvSpPr>
          <p:cNvPr id="6" name="Kotak Teks 5"/>
          <p:cNvSpPr txBox="1"/>
          <p:nvPr/>
        </p:nvSpPr>
        <p:spPr>
          <a:xfrm>
            <a:off x="533400" y="4724400"/>
            <a:ext cx="482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5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daftar tugas</a:t>
            </a:r>
            <a:endParaRPr lang="en-US" altLang="en-US" sz="15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Kotak Teks 6"/>
          <p:cNvSpPr txBox="1"/>
          <p:nvPr/>
        </p:nvSpPr>
        <p:spPr>
          <a:xfrm>
            <a:off x="6324600" y="4724400"/>
            <a:ext cx="482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5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 tambah tugas</a:t>
            </a:r>
            <a:endParaRPr lang="en-US" altLang="en-US" sz="15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otak Teks 7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Screenshot API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Endpoint JSON /api/tasks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ambar 3" descr="ap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600" y="1587500"/>
            <a:ext cx="10731500" cy="3302000"/>
          </a:xfrm>
          <a:prstGeom prst="rect">
            <a:avLst/>
          </a:prstGeom>
        </p:spPr>
      </p:pic>
      <p:sp>
        <p:nvSpPr>
          <p:cNvPr id="5" name="Kotak Teks 4"/>
          <p:cNvSpPr txBox="1"/>
          <p:nvPr/>
        </p:nvSpPr>
        <p:spPr>
          <a:xfrm>
            <a:off x="762000" y="5143500"/>
            <a:ext cx="1016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Struktur response API: success, message, data.</a:t>
            </a:r>
            <a:endParaRPr lang="en-US" altLang="en-US">
              <a:solidFill>
                <a:srgbClr val="47556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Kotak Teks 5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Bukti Versi &amp; Boost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 yang dapat dipakai untuk screenshot terminal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ersegi panjang 3"/>
          <p:cNvSpPr/>
          <p:nvPr/>
        </p:nvSpPr>
        <p:spPr>
          <a:xfrm>
            <a:off x="736600" y="1549400"/>
            <a:ext cx="10731500" cy="4191000"/>
          </a:xfrm>
          <a:prstGeom prst="rect">
            <a:avLst/>
          </a:prstGeom>
          <a:solidFill>
            <a:srgbClr val="19191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id-ID" altLang="en-US"/>
          </a:p>
        </p:txBody>
      </p:sp>
      <p:sp>
        <p:nvSpPr>
          <p:cNvPr id="5" name="Kotak Teks 4"/>
          <p:cNvSpPr txBox="1"/>
          <p:nvPr/>
        </p:nvSpPr>
        <p:spPr>
          <a:xfrm>
            <a:off x="1041400" y="1828800"/>
            <a:ext cx="10160000" cy="34004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700">
                <a:solidFill>
                  <a:srgbClr val="FFFFFF"/>
                </a:solidFill>
                <a:latin typeface="Consolas" panose="020B0609020204030204" charset="0"/>
                <a:cs typeface="Consolas" panose="020B0609020204030204" charset="0"/>
              </a:rPr>
              <a:t>php -v
PHP 8.3.31
php artisan about --only=environment
Laravel Version: 13.11.2
PHP Version: 8.3.31
composer show laravel/framework
versions: v13.11.2
requires: php ^8.3
php artisan boost:list-skills
laravel-best-practices</a:t>
            </a:r>
            <a:endParaRPr lang="en-US" altLang="en-US" sz="1700">
              <a:solidFill>
                <a:srgbClr val="FFFFFF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Kotak Teks 5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otak Teks 1"/>
          <p:cNvSpPr txBox="1"/>
          <p:nvPr/>
        </p:nvSpPr>
        <p:spPr>
          <a:xfrm>
            <a:off x="609600" y="457200"/>
            <a:ext cx="10922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3200" b="1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Kesimpulan &amp; GitHub</a:t>
            </a:r>
            <a:endParaRPr lang="en-US" altLang="en-US" sz="3200" b="1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Kotak Teks 2"/>
          <p:cNvSpPr txBox="1"/>
          <p:nvPr/>
        </p:nvSpPr>
        <p:spPr>
          <a:xfrm>
            <a:off x="635000" y="1168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>
                <a:solidFill>
                  <a:srgbClr val="64748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Ringkasan akhir praktikum</a:t>
            </a:r>
            <a:endParaRPr lang="en-US" altLang="en-US" sz="1400">
              <a:solidFill>
                <a:srgbClr val="64748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Kotak Teks 3"/>
          <p:cNvSpPr txBox="1"/>
          <p:nvPr/>
        </p:nvSpPr>
        <p:spPr>
          <a:xfrm>
            <a:off x="787400" y="1714500"/>
            <a:ext cx="10414000" cy="22567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Project TaskSchool berhasil dibuat menggunakan Laravel 13 dan PHP 8.3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Saya memahami CRUD, API JSON, queue job, CSRF, Laravel Boost, dan upgrade dependency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Fitur paling menarik adalah queue karena proses reminder dapat dikerjakan di background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Kendala utama adalah PHP lama masih 8.2 sehingga harus dipasang PHP 8.3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800"/>
              </a:spcAft>
            </a:pPr>
            <a:r>
              <a:rPr lang="en-US" altLang="en-US" sz="200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Link GitHub: https://github.com/USERNAME/school-task-manager</a:t>
            </a:r>
            <a:endParaRPr lang="en-US" altLang="en-US" sz="2000">
              <a:solidFill>
                <a:srgbClr val="11182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Kotak Teks 4"/>
          <p:cNvSpPr txBox="1"/>
          <p:nvPr/>
        </p:nvSpPr>
        <p:spPr>
          <a:xfrm>
            <a:off x="787400" y="5994400"/>
            <a:ext cx="10414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400" b="1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Ganti USERNAME dengan akun GitHub kamu sebelum dikumpulkan.</a:t>
            </a:r>
            <a:endParaRPr lang="en-US" altLang="en-US" sz="1400" b="1">
              <a:solidFill>
                <a:srgbClr val="DC26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Kotak Teks 5"/>
          <p:cNvSpPr txBox="1"/>
          <p:nvPr/>
        </p:nvSpPr>
        <p:spPr>
          <a:xfrm>
            <a:off x="11112500" y="6413500"/>
            <a:ext cx="635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en-US" altLang="en-US" sz="1000">
                <a:solidFill>
                  <a:srgbClr val="94A3B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/ 10</a:t>
            </a:r>
            <a:endParaRPr lang="en-US" altLang="en-US" sz="1000">
              <a:solidFill>
                <a:srgbClr val="94A3B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3192</Words>
  <Application>WPS Presentation</Application>
  <PresentationFormat>Widescreen</PresentationFormat>
  <Paragraphs>137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SimSun</vt:lpstr>
      <vt:lpstr>Wingdings</vt:lpstr>
      <vt:lpstr>Wingdings</vt:lpstr>
      <vt:lpstr>Arial Unicode MS</vt:lpstr>
      <vt:lpstr>Microsoft YaHei</vt:lpstr>
      <vt:lpstr>Calibri</vt:lpstr>
      <vt:lpstr>Consolas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LENOVO</dc:creator>
  <cp:lastModifiedBy>LENOVO</cp:lastModifiedBy>
  <cp:revision>1</cp:revision>
  <dcterms:created xsi:type="dcterms:W3CDTF">2026-05-22T01:52:12Z</dcterms:created>
  <dcterms:modified xsi:type="dcterms:W3CDTF">2026-05-22T01:52:12Z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1057-12.1.0.26372</vt:lpwstr>
  </property>
  <property fmtid="{D5CDD505-2E9C-101B-9397-08002B2CF9AE}" pid="3" name="ICV">
    <vt:lpwstr>1F0FBF444E5A41BD8D821E6277C47527_11</vt:lpwstr>
  </property>
</Properties>
</file>