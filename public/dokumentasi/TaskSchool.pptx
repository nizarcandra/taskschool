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ersegi panjang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3" name="Kotak Teks 2"/>
          <p:cNvSpPr txBox="1"/>
          <p:nvPr/>
        </p:nvSpPr>
        <p:spPr>
          <a:xfrm>
            <a:off x="762000" y="1143000"/>
            <a:ext cx="9652000" cy="7073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46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</a:t>
            </a:r>
            <a:endParaRPr lang="en-US" altLang="en-US" sz="46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Kotak Teks 3"/>
          <p:cNvSpPr txBox="1"/>
          <p:nvPr/>
        </p:nvSpPr>
        <p:spPr>
          <a:xfrm>
            <a:off x="812800" y="2032000"/>
            <a:ext cx="9652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00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 Manajemen Tugas Sekolah Berbasis Laravel 13</a:t>
            </a:r>
            <a:endParaRPr lang="en-US" altLang="en-US" sz="2000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Kotak Teks 4"/>
          <p:cNvSpPr txBox="1"/>
          <p:nvPr/>
        </p:nvSpPr>
        <p:spPr>
          <a:xfrm>
            <a:off x="838200" y="3175000"/>
            <a:ext cx="7620000" cy="15614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7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Tugas Praktikum Laravel 13 - AI Native Era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Nama lengkap: Muhammad Nizar Candra Winata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Kelas: XI RPL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Absen: 24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ersegi panjang 5"/>
          <p:cNvSpPr/>
          <p:nvPr/>
        </p:nvSpPr>
        <p:spPr>
          <a:xfrm>
            <a:off x="7874000" y="4127500"/>
            <a:ext cx="3556000" cy="1219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7" name="Persegi panjang 6"/>
          <p:cNvSpPr/>
          <p:nvPr/>
        </p:nvSpPr>
        <p:spPr>
          <a:xfrm>
            <a:off x="7874000" y="4127500"/>
            <a:ext cx="88900" cy="1219200"/>
          </a:xfrm>
          <a:prstGeom prst="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8" name="Kotak Teks 7"/>
          <p:cNvSpPr txBox="1"/>
          <p:nvPr/>
        </p:nvSpPr>
        <p:spPr>
          <a:xfrm>
            <a:off x="8102600" y="4292600"/>
            <a:ext cx="3175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 Project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Kotak Teks 8"/>
          <p:cNvSpPr txBox="1"/>
          <p:nvPr/>
        </p:nvSpPr>
        <p:spPr>
          <a:xfrm>
            <a:off x="8102600" y="4673600"/>
            <a:ext cx="3175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13.11.2, PHP 8.3.31, Laravel Boost 2.4.8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Kotak Teks 9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Kotak Teks 10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584200" y="406400"/>
            <a:ext cx="1098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0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Penjelasan Project</a:t>
            </a:r>
            <a:endParaRPr lang="en-US" altLang="en-US" sz="30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09600" y="1041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Nama aplikasi, fungsi aplikasi, dan target pengguna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609600" y="1473200"/>
            <a:ext cx="10972800" cy="38100"/>
          </a:xfrm>
          <a:prstGeom prst="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Persegi panjang 4"/>
          <p:cNvSpPr/>
          <p:nvPr/>
        </p:nvSpPr>
        <p:spPr>
          <a:xfrm>
            <a:off x="736600" y="1905000"/>
            <a:ext cx="3302000" cy="1625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6" name="Persegi panjang 5"/>
          <p:cNvSpPr/>
          <p:nvPr/>
        </p:nvSpPr>
        <p:spPr>
          <a:xfrm>
            <a:off x="736600" y="1905000"/>
            <a:ext cx="88900" cy="16256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7" name="Kotak Teks 6"/>
          <p:cNvSpPr txBox="1"/>
          <p:nvPr/>
        </p:nvSpPr>
        <p:spPr>
          <a:xfrm>
            <a:off x="965200" y="2070100"/>
            <a:ext cx="2921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Nama Aplikasi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Kotak Teks 7"/>
          <p:cNvSpPr txBox="1"/>
          <p:nvPr/>
        </p:nvSpPr>
        <p:spPr>
          <a:xfrm>
            <a:off x="965200" y="2451100"/>
            <a:ext cx="2921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Sistem Manajemen Tugas Sekolah.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ersegi panjang 8"/>
          <p:cNvSpPr/>
          <p:nvPr/>
        </p:nvSpPr>
        <p:spPr>
          <a:xfrm>
            <a:off x="4445000" y="1905000"/>
            <a:ext cx="3302000" cy="1625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0" name="Persegi panjang 9"/>
          <p:cNvSpPr/>
          <p:nvPr/>
        </p:nvSpPr>
        <p:spPr>
          <a:xfrm>
            <a:off x="4445000" y="1905000"/>
            <a:ext cx="88900" cy="1625600"/>
          </a:xfrm>
          <a:prstGeom prst="rect">
            <a:avLst/>
          </a:prstGeom>
          <a:solidFill>
            <a:srgbClr val="0478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1" name="Kotak Teks 10"/>
          <p:cNvSpPr txBox="1"/>
          <p:nvPr/>
        </p:nvSpPr>
        <p:spPr>
          <a:xfrm>
            <a:off x="4673600" y="2070100"/>
            <a:ext cx="2921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Fungsi Aplikasi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Kotak Teks 11"/>
          <p:cNvSpPr txBox="1"/>
          <p:nvPr/>
        </p:nvSpPr>
        <p:spPr>
          <a:xfrm>
            <a:off x="4673600" y="2451100"/>
            <a:ext cx="2921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Mencatat tugas, mengatur status, menentukan deadline, dan melihat prioritas tugas.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Persegi panjang 12"/>
          <p:cNvSpPr/>
          <p:nvPr/>
        </p:nvSpPr>
        <p:spPr>
          <a:xfrm>
            <a:off x="8153400" y="1905000"/>
            <a:ext cx="3302000" cy="1625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4" name="Persegi panjang 13"/>
          <p:cNvSpPr/>
          <p:nvPr/>
        </p:nvSpPr>
        <p:spPr>
          <a:xfrm>
            <a:off x="8153400" y="1905000"/>
            <a:ext cx="88900" cy="16256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5" name="Kotak Teks 14"/>
          <p:cNvSpPr txBox="1"/>
          <p:nvPr/>
        </p:nvSpPr>
        <p:spPr>
          <a:xfrm>
            <a:off x="8382000" y="2070100"/>
            <a:ext cx="2921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Pengguna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Kotak Teks 15"/>
          <p:cNvSpPr txBox="1"/>
          <p:nvPr/>
        </p:nvSpPr>
        <p:spPr>
          <a:xfrm>
            <a:off x="8382000" y="2451100"/>
            <a:ext cx="2921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Siswa yang ingin mengelola tugas sekolah dengan tampilan sederhana dan rapi.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Kotak Teks 16"/>
          <p:cNvSpPr txBox="1"/>
          <p:nvPr/>
        </p:nvSpPr>
        <p:spPr>
          <a:xfrm>
            <a:off x="863600" y="4191000"/>
            <a:ext cx="10414000" cy="10102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700"/>
              </a:spcAft>
            </a:pPr>
            <a:r>
              <a:rPr lang="en-US" altLang="en-US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Project dibuat sebagai studi kasus pilihan 1: Sistem Manajemen Tugas Sekolah</a:t>
            </a:r>
            <a:endParaRPr lang="en-US" altLang="en-US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Aplikasi berjalan dengan backend Laravel, tampilan Blade, database, API JSON, dan queue job</a:t>
            </a:r>
            <a:endParaRPr lang="en-US" altLang="en-US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Deadline terdekat tampil di atas, sedangkan tugas selesai otomatis berada di bawah</a:t>
            </a:r>
            <a:endParaRPr lang="en-US" altLang="en-US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Kotak Teks 17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Kotak Teks 18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584200" y="406400"/>
            <a:ext cx="1098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0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 Project</a:t>
            </a:r>
            <a:endParaRPr lang="en-US" altLang="en-US" sz="30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09600" y="1041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 utama yang sudah dibuat pada aplikasi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609600" y="1473200"/>
            <a:ext cx="10972800" cy="38100"/>
          </a:xfrm>
          <a:prstGeom prst="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Persegi panjang 4"/>
          <p:cNvSpPr/>
          <p:nvPr/>
        </p:nvSpPr>
        <p:spPr>
          <a:xfrm>
            <a:off x="660400" y="1841500"/>
            <a:ext cx="32766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6" name="Persegi panjang 5"/>
          <p:cNvSpPr/>
          <p:nvPr/>
        </p:nvSpPr>
        <p:spPr>
          <a:xfrm>
            <a:off x="660400" y="1841500"/>
            <a:ext cx="88900" cy="1397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7" name="Kotak Teks 6"/>
          <p:cNvSpPr txBox="1"/>
          <p:nvPr/>
        </p:nvSpPr>
        <p:spPr>
          <a:xfrm>
            <a:off x="889000" y="2006600"/>
            <a:ext cx="2895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CRUD Tugas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Kotak Teks 7"/>
          <p:cNvSpPr txBox="1"/>
          <p:nvPr/>
        </p:nvSpPr>
        <p:spPr>
          <a:xfrm>
            <a:off x="889000" y="2387600"/>
            <a:ext cx="28956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Tambah, lihat, edit, dan hapus data tugas sekolah.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ersegi panjang 8"/>
          <p:cNvSpPr/>
          <p:nvPr/>
        </p:nvSpPr>
        <p:spPr>
          <a:xfrm>
            <a:off x="4470400" y="1841500"/>
            <a:ext cx="32766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0" name="Persegi panjang 9"/>
          <p:cNvSpPr/>
          <p:nvPr/>
        </p:nvSpPr>
        <p:spPr>
          <a:xfrm>
            <a:off x="4470400" y="1841500"/>
            <a:ext cx="88900" cy="1397000"/>
          </a:xfrm>
          <a:prstGeom prst="rect">
            <a:avLst/>
          </a:prstGeom>
          <a:solidFill>
            <a:srgbClr val="0478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1" name="Kotak Teks 10"/>
          <p:cNvSpPr txBox="1"/>
          <p:nvPr/>
        </p:nvSpPr>
        <p:spPr>
          <a:xfrm>
            <a:off x="4699000" y="2006600"/>
            <a:ext cx="2895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 &amp; Deadline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Kotak Teks 11"/>
          <p:cNvSpPr txBox="1"/>
          <p:nvPr/>
        </p:nvSpPr>
        <p:spPr>
          <a:xfrm>
            <a:off x="4699000" y="2387600"/>
            <a:ext cx="28956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 belum, proses, selesai. Deadline terdekat diprioritaskan.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Persegi panjang 12"/>
          <p:cNvSpPr/>
          <p:nvPr/>
        </p:nvSpPr>
        <p:spPr>
          <a:xfrm>
            <a:off x="8280400" y="1841500"/>
            <a:ext cx="32766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4" name="Persegi panjang 13"/>
          <p:cNvSpPr/>
          <p:nvPr/>
        </p:nvSpPr>
        <p:spPr>
          <a:xfrm>
            <a:off x="8280400" y="1841500"/>
            <a:ext cx="88900" cy="13970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5" name="Kotak Teks 14"/>
          <p:cNvSpPr txBox="1"/>
          <p:nvPr/>
        </p:nvSpPr>
        <p:spPr>
          <a:xfrm>
            <a:off x="8509000" y="2006600"/>
            <a:ext cx="2895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API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Kotak Teks 15"/>
          <p:cNvSpPr txBox="1"/>
          <p:nvPr/>
        </p:nvSpPr>
        <p:spPr>
          <a:xfrm>
            <a:off x="8509000" y="2387600"/>
            <a:ext cx="28956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Endpoint /api/tasks menghasilkan response JSON success, message, dan data.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Persegi panjang 16"/>
          <p:cNvSpPr/>
          <p:nvPr/>
        </p:nvSpPr>
        <p:spPr>
          <a:xfrm>
            <a:off x="2565400" y="3810000"/>
            <a:ext cx="32766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8" name="Persegi panjang 17"/>
          <p:cNvSpPr/>
          <p:nvPr/>
        </p:nvSpPr>
        <p:spPr>
          <a:xfrm>
            <a:off x="2565400" y="3810000"/>
            <a:ext cx="88900" cy="13970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9" name="Kotak Teks 18"/>
          <p:cNvSpPr txBox="1"/>
          <p:nvPr/>
        </p:nvSpPr>
        <p:spPr>
          <a:xfrm>
            <a:off x="2794000" y="3975100"/>
            <a:ext cx="2895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Queue Reminder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Kotak Teks 19"/>
          <p:cNvSpPr txBox="1"/>
          <p:nvPr/>
        </p:nvSpPr>
        <p:spPr>
          <a:xfrm>
            <a:off x="2794000" y="4356100"/>
            <a:ext cx="28956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SendTaskReminder sebagai simulasi proses reminder di background.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ersegi panjang 20"/>
          <p:cNvSpPr/>
          <p:nvPr/>
        </p:nvSpPr>
        <p:spPr>
          <a:xfrm>
            <a:off x="6375400" y="3810000"/>
            <a:ext cx="32766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22" name="Persegi panjang 21"/>
          <p:cNvSpPr/>
          <p:nvPr/>
        </p:nvSpPr>
        <p:spPr>
          <a:xfrm>
            <a:off x="6375400" y="3810000"/>
            <a:ext cx="88900" cy="13970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23" name="Kotak Teks 22"/>
          <p:cNvSpPr txBox="1"/>
          <p:nvPr/>
        </p:nvSpPr>
        <p:spPr>
          <a:xfrm>
            <a:off x="6604000" y="3975100"/>
            <a:ext cx="2895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Form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Kotak Teks 23"/>
          <p:cNvSpPr txBox="1"/>
          <p:nvPr/>
        </p:nvSpPr>
        <p:spPr>
          <a:xfrm>
            <a:off x="6604000" y="4356100"/>
            <a:ext cx="28956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 tambah, edit, dan hapus memakai @csrf untuk mencegah request palsu.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Kotak Teks 24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Kotak Teks 25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584200" y="406400"/>
            <a:ext cx="1098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0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 Laravel 13 Yang Digunakan</a:t>
            </a:r>
            <a:endParaRPr lang="en-US" altLang="en-US" sz="30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09600" y="1041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 5 fitur baru/modern yang diimplementasikan atau dianalisis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609600" y="1473200"/>
            <a:ext cx="10972800" cy="38100"/>
          </a:xfrm>
          <a:prstGeom prst="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Kotak Teks 4"/>
          <p:cNvSpPr txBox="1"/>
          <p:nvPr/>
        </p:nvSpPr>
        <p:spPr>
          <a:xfrm>
            <a:off x="736600" y="1841500"/>
            <a:ext cx="6604000" cy="35877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700"/>
              </a:spcAft>
            </a:pPr>
            <a:r>
              <a:rPr lang="en-US" altLang="en-US" sz="17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Laravel Boost: composer require laravel/boost, boost:install, boost:list-skills</a:t>
            </a:r>
            <a:endParaRPr lang="en-US" altLang="en-US" sz="17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17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JSON Response Standard: API memakai struktur success, message, data</a:t>
            </a:r>
            <a:endParaRPr lang="en-US" altLang="en-US" sz="17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17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Attribute Based Development: model Task memakai PHP Attribute #[Scope]</a:t>
            </a:r>
            <a:endParaRPr lang="en-US" altLang="en-US" sz="17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17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Security Improvement: implementasi @csrf dan analisis konsep PreventRequestForgery</a:t>
            </a:r>
            <a:endParaRPr lang="en-US" altLang="en-US" sz="17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17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Queue / Job Modernization: SendTaskReminder sebagai simulasi queue</a:t>
            </a:r>
            <a:endParaRPr lang="en-US" altLang="en-US" sz="17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17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Developer Experience: project berjalan pada PHP 8.3 dan Laravel 13.11.2</a:t>
            </a:r>
            <a:endParaRPr lang="en-US" altLang="en-US" sz="17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ambar 5" descr="screenshot-laravel-boos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0" y="1879600"/>
            <a:ext cx="3810000" cy="2159000"/>
          </a:xfrm>
          <a:prstGeom prst="rect">
            <a:avLst/>
          </a:prstGeom>
        </p:spPr>
      </p:pic>
      <p:pic>
        <p:nvPicPr>
          <p:cNvPr id="7" name="Gambar 6" descr="screenshot-laravel13-environ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4318000"/>
            <a:ext cx="3810000" cy="1498600"/>
          </a:xfrm>
          <a:prstGeom prst="rect">
            <a:avLst/>
          </a:prstGeom>
        </p:spPr>
      </p:pic>
      <p:sp>
        <p:nvSpPr>
          <p:cNvPr id="8" name="Kotak Teks 7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Kotak Teks 8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584200" y="406400"/>
            <a:ext cx="1098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0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Penggunaan AI</a:t>
            </a:r>
            <a:endParaRPr lang="en-US" altLang="en-US" sz="30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09600" y="1041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digunakan sebagai assistant development dan dokumentasi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609600" y="1473200"/>
            <a:ext cx="10972800" cy="38100"/>
          </a:xfrm>
          <a:prstGeom prst="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Persegi panjang 4"/>
          <p:cNvSpPr/>
          <p:nvPr/>
        </p:nvSpPr>
        <p:spPr>
          <a:xfrm>
            <a:off x="736600" y="1778000"/>
            <a:ext cx="4953000" cy="12954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6" name="Persegi panjang 5"/>
          <p:cNvSpPr/>
          <p:nvPr/>
        </p:nvSpPr>
        <p:spPr>
          <a:xfrm>
            <a:off x="736600" y="1778000"/>
            <a:ext cx="88900" cy="12954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7" name="Kotak Teks 6"/>
          <p:cNvSpPr txBox="1"/>
          <p:nvPr/>
        </p:nvSpPr>
        <p:spPr>
          <a:xfrm>
            <a:off x="965200" y="1943100"/>
            <a:ext cx="457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yang Digunakan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Kotak Teks 7"/>
          <p:cNvSpPr txBox="1"/>
          <p:nvPr/>
        </p:nvSpPr>
        <p:spPr>
          <a:xfrm>
            <a:off x="965200" y="2324100"/>
            <a:ext cx="4572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ChatGPT sebagai assistant untuk menyusun struktur, debugging, dan dokumentasi.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ersegi panjang 8"/>
          <p:cNvSpPr/>
          <p:nvPr/>
        </p:nvSpPr>
        <p:spPr>
          <a:xfrm>
            <a:off x="6502400" y="1778000"/>
            <a:ext cx="4953000" cy="12954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0" name="Persegi panjang 9"/>
          <p:cNvSpPr/>
          <p:nvPr/>
        </p:nvSpPr>
        <p:spPr>
          <a:xfrm>
            <a:off x="6502400" y="1778000"/>
            <a:ext cx="88900" cy="12954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1" name="Kotak Teks 10"/>
          <p:cNvSpPr txBox="1"/>
          <p:nvPr/>
        </p:nvSpPr>
        <p:spPr>
          <a:xfrm>
            <a:off x="6731000" y="1943100"/>
            <a:ext cx="457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yang Digunakan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Kotak Teks 11"/>
          <p:cNvSpPr txBox="1"/>
          <p:nvPr/>
        </p:nvSpPr>
        <p:spPr>
          <a:xfrm>
            <a:off x="6731000" y="2324100"/>
            <a:ext cx="4572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Buatkan implementasi Laravel 13 untuk sistem manajemen tugas sekolah dengan CRUD, JSON API, queue reminder, dan PPT praktikum.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Persegi panjang 12"/>
          <p:cNvSpPr/>
          <p:nvPr/>
        </p:nvSpPr>
        <p:spPr>
          <a:xfrm>
            <a:off x="736600" y="3556000"/>
            <a:ext cx="4953000" cy="12954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4" name="Persegi panjang 13"/>
          <p:cNvSpPr/>
          <p:nvPr/>
        </p:nvSpPr>
        <p:spPr>
          <a:xfrm>
            <a:off x="736600" y="3556000"/>
            <a:ext cx="88900" cy="1295400"/>
          </a:xfrm>
          <a:prstGeom prst="rect">
            <a:avLst/>
          </a:prstGeom>
          <a:solidFill>
            <a:srgbClr val="0478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5" name="Kotak Teks 14"/>
          <p:cNvSpPr txBox="1"/>
          <p:nvPr/>
        </p:nvSpPr>
        <p:spPr>
          <a:xfrm>
            <a:off x="965200" y="3721100"/>
            <a:ext cx="457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Hasil AI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Kotak Teks 15"/>
          <p:cNvSpPr txBox="1"/>
          <p:nvPr/>
        </p:nvSpPr>
        <p:spPr>
          <a:xfrm>
            <a:off x="965200" y="4102100"/>
            <a:ext cx="4572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 fitur, tampilan, queue job, API JSON, screenshot dokumentasi, dan bahan presentasi.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Persegi panjang 16"/>
          <p:cNvSpPr/>
          <p:nvPr/>
        </p:nvSpPr>
        <p:spPr>
          <a:xfrm>
            <a:off x="6502400" y="3556000"/>
            <a:ext cx="4953000" cy="12954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8" name="Persegi panjang 17"/>
          <p:cNvSpPr/>
          <p:nvPr/>
        </p:nvSpPr>
        <p:spPr>
          <a:xfrm>
            <a:off x="6502400" y="3556000"/>
            <a:ext cx="88900" cy="12954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9" name="Kotak Teks 18"/>
          <p:cNvSpPr txBox="1"/>
          <p:nvPr/>
        </p:nvSpPr>
        <p:spPr>
          <a:xfrm>
            <a:off x="6731000" y="3721100"/>
            <a:ext cx="4572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Analisis Hasil AI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Kotak Teks 19"/>
          <p:cNvSpPr txBox="1"/>
          <p:nvPr/>
        </p:nvSpPr>
        <p:spPr>
          <a:xfrm>
            <a:off x="6731000" y="4102100"/>
            <a:ext cx="4572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 tetap diuji dengan php artisan test, dicek versi Laravel, dan disesuaikan dengan kebutuhan project.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Kotak Teks 21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Kotak Teks 22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584200" y="406400"/>
            <a:ext cx="1098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0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12 vs Laravel 13</a:t>
            </a:r>
            <a:endParaRPr lang="en-US" altLang="en-US" sz="30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09600" y="1041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Analisis perubahan dan improvement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609600" y="1473200"/>
            <a:ext cx="10972800" cy="38100"/>
          </a:xfrm>
          <a:prstGeom prst="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Persegi panjang 4"/>
          <p:cNvSpPr/>
          <p:nvPr/>
        </p:nvSpPr>
        <p:spPr>
          <a:xfrm>
            <a:off x="660400" y="1841500"/>
            <a:ext cx="3429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6" name="Persegi panjang 5"/>
          <p:cNvSpPr/>
          <p:nvPr/>
        </p:nvSpPr>
        <p:spPr>
          <a:xfrm>
            <a:off x="660400" y="1841500"/>
            <a:ext cx="88900" cy="1397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7" name="Kotak Teks 6"/>
          <p:cNvSpPr txBox="1"/>
          <p:nvPr/>
        </p:nvSpPr>
        <p:spPr>
          <a:xfrm>
            <a:off x="889000" y="2006600"/>
            <a:ext cx="3048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Support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Kotak Teks 7"/>
          <p:cNvSpPr txBox="1"/>
          <p:nvPr/>
        </p:nvSpPr>
        <p:spPr>
          <a:xfrm>
            <a:off x="889000" y="2387600"/>
            <a:ext cx="3048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12 belum fokus pada AI workflow. Laravel 13 mendukung workflow modern lewat Laravel Boost.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ersegi panjang 8"/>
          <p:cNvSpPr/>
          <p:nvPr/>
        </p:nvSpPr>
        <p:spPr>
          <a:xfrm>
            <a:off x="4381500" y="1841500"/>
            <a:ext cx="3429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0" name="Persegi panjang 9"/>
          <p:cNvSpPr/>
          <p:nvPr/>
        </p:nvSpPr>
        <p:spPr>
          <a:xfrm>
            <a:off x="4381500" y="1841500"/>
            <a:ext cx="88900" cy="1397000"/>
          </a:xfrm>
          <a:prstGeom prst="rect">
            <a:avLst/>
          </a:prstGeom>
          <a:solidFill>
            <a:srgbClr val="0478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1" name="Kotak Teks 10"/>
          <p:cNvSpPr txBox="1"/>
          <p:nvPr/>
        </p:nvSpPr>
        <p:spPr>
          <a:xfrm>
            <a:off x="4610100" y="2006600"/>
            <a:ext cx="3048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API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Kotak Teks 11"/>
          <p:cNvSpPr txBox="1"/>
          <p:nvPr/>
        </p:nvSpPr>
        <p:spPr>
          <a:xfrm>
            <a:off x="4610100" y="2387600"/>
            <a:ext cx="3048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 lebih siap untuk aplikasi frontend/mobile dengan response JSON yang konsisten.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Persegi panjang 12"/>
          <p:cNvSpPr/>
          <p:nvPr/>
        </p:nvSpPr>
        <p:spPr>
          <a:xfrm>
            <a:off x="8102600" y="1841500"/>
            <a:ext cx="3429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4" name="Persegi panjang 13"/>
          <p:cNvSpPr/>
          <p:nvPr/>
        </p:nvSpPr>
        <p:spPr>
          <a:xfrm>
            <a:off x="8102600" y="1841500"/>
            <a:ext cx="88900" cy="13970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5" name="Kotak Teks 14"/>
          <p:cNvSpPr txBox="1"/>
          <p:nvPr/>
        </p:nvSpPr>
        <p:spPr>
          <a:xfrm>
            <a:off x="8331200" y="2006600"/>
            <a:ext cx="3048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Kotak Teks 15"/>
          <p:cNvSpPr txBox="1"/>
          <p:nvPr/>
        </p:nvSpPr>
        <p:spPr>
          <a:xfrm>
            <a:off x="8331200" y="2387600"/>
            <a:ext cx="3048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 membawa arah security request yang lebih modern, termasuk konsep PreventRequestForgery.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Persegi panjang 16"/>
          <p:cNvSpPr/>
          <p:nvPr/>
        </p:nvSpPr>
        <p:spPr>
          <a:xfrm>
            <a:off x="660400" y="3810000"/>
            <a:ext cx="3429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8" name="Persegi panjang 17"/>
          <p:cNvSpPr/>
          <p:nvPr/>
        </p:nvSpPr>
        <p:spPr>
          <a:xfrm>
            <a:off x="660400" y="3810000"/>
            <a:ext cx="88900" cy="13970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9" name="Kotak Teks 18"/>
          <p:cNvSpPr txBox="1"/>
          <p:nvPr/>
        </p:nvSpPr>
        <p:spPr>
          <a:xfrm>
            <a:off x="889000" y="3975100"/>
            <a:ext cx="3048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Kotak Teks 19"/>
          <p:cNvSpPr txBox="1"/>
          <p:nvPr/>
        </p:nvSpPr>
        <p:spPr>
          <a:xfrm>
            <a:off x="889000" y="4356100"/>
            <a:ext cx="3048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 memperkuat penggunaan queue/job untuk proses background yang scalable.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ersegi panjang 20"/>
          <p:cNvSpPr/>
          <p:nvPr/>
        </p:nvSpPr>
        <p:spPr>
          <a:xfrm>
            <a:off x="4381500" y="3810000"/>
            <a:ext cx="3429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22" name="Persegi panjang 21"/>
          <p:cNvSpPr/>
          <p:nvPr/>
        </p:nvSpPr>
        <p:spPr>
          <a:xfrm>
            <a:off x="4381500" y="3810000"/>
            <a:ext cx="88900" cy="13970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23" name="Kotak Teks 22"/>
          <p:cNvSpPr txBox="1"/>
          <p:nvPr/>
        </p:nvSpPr>
        <p:spPr>
          <a:xfrm>
            <a:off x="4610100" y="3975100"/>
            <a:ext cx="3048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 System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Kotak Teks 23"/>
          <p:cNvSpPr txBox="1"/>
          <p:nvPr/>
        </p:nvSpPr>
        <p:spPr>
          <a:xfrm>
            <a:off x="4610100" y="4356100"/>
            <a:ext cx="3048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 memperluas penggunaan PHP Attribute agar kode lebih deklaratif dan mudah dibaca.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Persegi panjang 24"/>
          <p:cNvSpPr/>
          <p:nvPr/>
        </p:nvSpPr>
        <p:spPr>
          <a:xfrm>
            <a:off x="8102600" y="3810000"/>
            <a:ext cx="34290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26" name="Persegi panjang 25"/>
          <p:cNvSpPr/>
          <p:nvPr/>
        </p:nvSpPr>
        <p:spPr>
          <a:xfrm>
            <a:off x="8102600" y="3810000"/>
            <a:ext cx="88900" cy="1397000"/>
          </a:xfrm>
          <a:prstGeom prst="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27" name="Kotak Teks 26"/>
          <p:cNvSpPr txBox="1"/>
          <p:nvPr/>
        </p:nvSpPr>
        <p:spPr>
          <a:xfrm>
            <a:off x="8331200" y="3975100"/>
            <a:ext cx="30480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 Experience</a:t>
            </a:r>
            <a:endParaRPr lang="en-US" altLang="en-US" sz="17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Kotak Teks 27"/>
          <p:cNvSpPr txBox="1"/>
          <p:nvPr/>
        </p:nvSpPr>
        <p:spPr>
          <a:xfrm>
            <a:off x="8331200" y="4356100"/>
            <a:ext cx="3048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2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Tooling, debugging, dan dokumentasi project lebih nyaman untuk workflow modern.</a:t>
            </a:r>
            <a:endParaRPr lang="en-US" altLang="en-US" sz="12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Kotak Teks 28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Kotak Teks 29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584200" y="406400"/>
            <a:ext cx="1098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0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Screenshot Project</a:t>
            </a:r>
            <a:endParaRPr lang="en-US" altLang="en-US" sz="30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09600" y="1041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Dashboard, API, database, dan fitur utama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609600" y="1473200"/>
            <a:ext cx="10972800" cy="38100"/>
          </a:xfrm>
          <a:prstGeom prst="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pic>
        <p:nvPicPr>
          <p:cNvPr id="5" name="Gambar 4" descr="screenshot-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752600"/>
            <a:ext cx="3492500" cy="1968500"/>
          </a:xfrm>
          <a:prstGeom prst="rect">
            <a:avLst/>
          </a:prstGeom>
        </p:spPr>
      </p:pic>
      <p:pic>
        <p:nvPicPr>
          <p:cNvPr id="6" name="Gambar 5" descr="screenshot-form-tamba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52600"/>
            <a:ext cx="3492500" cy="1968500"/>
          </a:xfrm>
          <a:prstGeom prst="rect">
            <a:avLst/>
          </a:prstGeom>
        </p:spPr>
      </p:pic>
      <p:pic>
        <p:nvPicPr>
          <p:cNvPr id="7" name="Gambar 6" descr="screenshot-ap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1752600"/>
            <a:ext cx="3492500" cy="1968500"/>
          </a:xfrm>
          <a:prstGeom prst="rect">
            <a:avLst/>
          </a:prstGeom>
        </p:spPr>
      </p:pic>
      <p:pic>
        <p:nvPicPr>
          <p:cNvPr id="8" name="Gambar 7" descr="screenshot-database-mig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800" y="4191000"/>
            <a:ext cx="7518400" cy="1676400"/>
          </a:xfrm>
          <a:prstGeom prst="rect">
            <a:avLst/>
          </a:prstGeom>
        </p:spPr>
      </p:pic>
      <p:sp>
        <p:nvSpPr>
          <p:cNvPr id="9" name="Kotak Teks 8"/>
          <p:cNvSpPr txBox="1"/>
          <p:nvPr/>
        </p:nvSpPr>
        <p:spPr>
          <a:xfrm>
            <a:off x="533400" y="3810000"/>
            <a:ext cx="2032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US" altLang="en-US" sz="13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Kotak Teks 9"/>
          <p:cNvSpPr txBox="1"/>
          <p:nvPr/>
        </p:nvSpPr>
        <p:spPr>
          <a:xfrm>
            <a:off x="4343400" y="3810000"/>
            <a:ext cx="2032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 Tambah</a:t>
            </a:r>
            <a:endParaRPr lang="en-US" altLang="en-US" sz="13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Kotak Teks 10"/>
          <p:cNvSpPr txBox="1"/>
          <p:nvPr/>
        </p:nvSpPr>
        <p:spPr>
          <a:xfrm>
            <a:off x="8153400" y="3810000"/>
            <a:ext cx="2032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JSON</a:t>
            </a:r>
            <a:endParaRPr lang="en-US" altLang="en-US" sz="13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Kotak Teks 11"/>
          <p:cNvSpPr txBox="1"/>
          <p:nvPr/>
        </p:nvSpPr>
        <p:spPr>
          <a:xfrm>
            <a:off x="2336800" y="5943600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 / Migration</a:t>
            </a:r>
            <a:endParaRPr lang="en-US" altLang="en-US" sz="13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Kotak Teks 12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Kotak Teks 13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584200" y="406400"/>
            <a:ext cx="1098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0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Kesimpulan</a:t>
            </a:r>
            <a:endParaRPr lang="en-US" altLang="en-US" sz="30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09600" y="1041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 yang dipelajari, kendala, dan insight baru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609600" y="1473200"/>
            <a:ext cx="10972800" cy="38100"/>
          </a:xfrm>
          <a:prstGeom prst="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Kotak Teks 4"/>
          <p:cNvSpPr txBox="1"/>
          <p:nvPr/>
        </p:nvSpPr>
        <p:spPr>
          <a:xfrm>
            <a:off x="863600" y="1905000"/>
            <a:ext cx="10414000" cy="3128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7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Saya belajar membuat aplikasi Laravel 13 dengan CRUD, API JSON, queue job, dan tampilan Blade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Saya memahami pentingnya PHP 8.3 untuk menjalankan Laravel 13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Fitur Laravel 13 yang paling menarik adalah Laravel Boost karena membantu workflow AI assisted development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Kendala utama adalah PHP awal masih 8.2 sehingga dependency Laravel 13 belum bisa berjalan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7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Insight baru: AI bisa membantu development, tetapi programmer tetap harus memahami, menguji, dan memperbaiki kode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Kotak Teks 5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Kotak Teks 6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584200" y="406400"/>
            <a:ext cx="109855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0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GitHub Repository</a:t>
            </a:r>
            <a:endParaRPr lang="en-US" altLang="en-US" sz="30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09600" y="1041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Repository pribadi, screenshot repository, dan struktur project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609600" y="1473200"/>
            <a:ext cx="10972800" cy="38100"/>
          </a:xfrm>
          <a:prstGeom prst="rect">
            <a:avLst/>
          </a:prstGeom>
          <a:solidFill>
            <a:srgbClr val="DBEAF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Kotak Teks 4"/>
          <p:cNvSpPr txBox="1"/>
          <p:nvPr/>
        </p:nvSpPr>
        <p:spPr>
          <a:xfrm>
            <a:off x="736600" y="1803400"/>
            <a:ext cx="2794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 Repository: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Kotak Teks 5"/>
          <p:cNvSpPr txBox="1"/>
          <p:nvPr/>
        </p:nvSpPr>
        <p:spPr>
          <a:xfrm>
            <a:off x="736600" y="2209800"/>
            <a:ext cx="762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id-ID">
                <a:solidFill>
                  <a:srgbClr val="1D4ED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https://github.com/NizarCandra/TaskSchool.git</a:t>
            </a:r>
            <a:endParaRPr lang="en-US" altLang="id-ID">
              <a:solidFill>
                <a:srgbClr val="1D4ED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ambar 6" descr="screenshot-struktur-proje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2921000"/>
            <a:ext cx="5143500" cy="2730500"/>
          </a:xfrm>
          <a:prstGeom prst="rect">
            <a:avLst/>
          </a:prstGeom>
        </p:spPr>
      </p:pic>
      <p:sp>
        <p:nvSpPr>
          <p:cNvPr id="8" name="Persegi panjang 7"/>
          <p:cNvSpPr/>
          <p:nvPr/>
        </p:nvSpPr>
        <p:spPr>
          <a:xfrm>
            <a:off x="6477000" y="2921000"/>
            <a:ext cx="4445000" cy="273050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9" name="Kotak Teks 8"/>
          <p:cNvSpPr txBox="1"/>
          <p:nvPr/>
        </p:nvSpPr>
        <p:spPr>
          <a:xfrm>
            <a:off x="6794500" y="3810000"/>
            <a:ext cx="3810000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Screenshot repository GitHub ditempel pada slide ini.</a:t>
            </a:r>
            <a:endParaRPr lang="en-US" altLang="en-US" b="1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Kotak Teks 10"/>
          <p:cNvSpPr txBox="1"/>
          <p:nvPr/>
        </p:nvSpPr>
        <p:spPr>
          <a:xfrm>
            <a:off x="533400" y="6477000"/>
            <a:ext cx="2794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 - Laravel 13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Kotak Teks 11"/>
          <p:cNvSpPr txBox="1"/>
          <p:nvPr/>
        </p:nvSpPr>
        <p:spPr>
          <a:xfrm>
            <a:off x="11112500" y="64770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/ 9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4072</Words>
  <Application>WPS Presentation</Application>
  <PresentationFormat>Widescreen</PresentationFormat>
  <Paragraphs>184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LENOVO</dc:creator>
  <cp:lastModifiedBy>Nizar Candra</cp:lastModifiedBy>
  <cp:revision>3</cp:revision>
  <dcterms:created xsi:type="dcterms:W3CDTF">2026-05-26T00:44:00Z</dcterms:created>
  <dcterms:modified xsi:type="dcterms:W3CDTF">2026-05-26T02:51:38Z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1057-12.1.0.26372</vt:lpwstr>
  </property>
  <property fmtid="{D5CDD505-2E9C-101B-9397-08002B2CF9AE}" pid="3" name="ICV">
    <vt:lpwstr>7271F76BD1654228AC5EE1478A0E600C_11</vt:lpwstr>
  </property>
</Properties>
</file>