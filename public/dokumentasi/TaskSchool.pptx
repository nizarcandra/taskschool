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Persegi panjang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3" name="Kotak Teks 2"/>
          <p:cNvSpPr txBox="1"/>
          <p:nvPr/>
        </p:nvSpPr>
        <p:spPr>
          <a:xfrm>
            <a:off x="762000" y="1143000"/>
            <a:ext cx="9652000" cy="70739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46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</a:t>
            </a:r>
            <a:endParaRPr lang="en-US" altLang="en-US" sz="46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Kotak Teks 3"/>
          <p:cNvSpPr txBox="1"/>
          <p:nvPr/>
        </p:nvSpPr>
        <p:spPr>
          <a:xfrm>
            <a:off x="812800" y="2032000"/>
            <a:ext cx="9652000" cy="3073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2000">
                <a:solidFill>
                  <a:srgbClr val="47556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 Manajemen Tugas Sekolah Berbasis Laravel 13</a:t>
            </a:r>
            <a:endParaRPr lang="en-US" altLang="en-US" sz="2000">
              <a:solidFill>
                <a:srgbClr val="47556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Kotak Teks 4"/>
          <p:cNvSpPr txBox="1"/>
          <p:nvPr/>
        </p:nvSpPr>
        <p:spPr>
          <a:xfrm>
            <a:off x="838200" y="3175000"/>
            <a:ext cx="7620000" cy="15614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>
              <a:spcAft>
                <a:spcPts val="700"/>
              </a:spcAft>
            </a:pPr>
            <a:r>
              <a:rPr lang="en-US" altLang="en-US" sz="21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Tugas Praktikum Laravel 13 - AI Native Era</a:t>
            </a:r>
            <a:endParaRPr lang="en-US" altLang="en-US" sz="21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21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Nama lengkap: Muhammad Nizar Candra Winata</a:t>
            </a:r>
            <a:endParaRPr lang="en-US" altLang="en-US" sz="21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21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Kelas: XI RPL</a:t>
            </a:r>
            <a:endParaRPr lang="en-US" altLang="en-US" sz="21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21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Absen: 24</a:t>
            </a:r>
            <a:endParaRPr lang="en-US" altLang="en-US" sz="21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Persegi panjang 5"/>
          <p:cNvSpPr/>
          <p:nvPr/>
        </p:nvSpPr>
        <p:spPr>
          <a:xfrm>
            <a:off x="7874000" y="4127500"/>
            <a:ext cx="3556000" cy="12192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7" name="Persegi panjang 6"/>
          <p:cNvSpPr/>
          <p:nvPr/>
        </p:nvSpPr>
        <p:spPr>
          <a:xfrm>
            <a:off x="7874000" y="4127500"/>
            <a:ext cx="88900" cy="1219200"/>
          </a:xfrm>
          <a:prstGeom prst="rect">
            <a:avLst/>
          </a:prstGeom>
          <a:solidFill>
            <a:srgbClr val="11182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8" name="Kotak Teks 7"/>
          <p:cNvSpPr txBox="1"/>
          <p:nvPr/>
        </p:nvSpPr>
        <p:spPr>
          <a:xfrm>
            <a:off x="8102600" y="4292600"/>
            <a:ext cx="3175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 Project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Kotak Teks 8"/>
          <p:cNvSpPr txBox="1"/>
          <p:nvPr/>
        </p:nvSpPr>
        <p:spPr>
          <a:xfrm>
            <a:off x="8102600" y="4673600"/>
            <a:ext cx="31750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Laravel 13.11.2, PHP 8.3.31, Laravel Boost 2.4.8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Kotak Teks 9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Kotak Teks 10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Penjelasan Project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Nama aplikasi, fungsi aplikasi, dan target pengguna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5" name="Persegi panjang 4"/>
          <p:cNvSpPr/>
          <p:nvPr/>
        </p:nvSpPr>
        <p:spPr>
          <a:xfrm>
            <a:off x="736600" y="1905000"/>
            <a:ext cx="3302000" cy="1625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6" name="Persegi panjang 5"/>
          <p:cNvSpPr/>
          <p:nvPr/>
        </p:nvSpPr>
        <p:spPr>
          <a:xfrm>
            <a:off x="736600" y="1905000"/>
            <a:ext cx="88900" cy="16256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7" name="Kotak Teks 6"/>
          <p:cNvSpPr txBox="1"/>
          <p:nvPr/>
        </p:nvSpPr>
        <p:spPr>
          <a:xfrm>
            <a:off x="965200" y="2070100"/>
            <a:ext cx="2921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Nama Aplikasi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Kotak Teks 7"/>
          <p:cNvSpPr txBox="1"/>
          <p:nvPr/>
        </p:nvSpPr>
        <p:spPr>
          <a:xfrm>
            <a:off x="965200" y="2451100"/>
            <a:ext cx="29210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Sistem Manajemen Tugas Sekolah.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Persegi panjang 8"/>
          <p:cNvSpPr/>
          <p:nvPr/>
        </p:nvSpPr>
        <p:spPr>
          <a:xfrm>
            <a:off x="4445000" y="1905000"/>
            <a:ext cx="3302000" cy="1625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0" name="Persegi panjang 9"/>
          <p:cNvSpPr/>
          <p:nvPr/>
        </p:nvSpPr>
        <p:spPr>
          <a:xfrm>
            <a:off x="4445000" y="1905000"/>
            <a:ext cx="88900" cy="1625600"/>
          </a:xfrm>
          <a:prstGeom prst="rect">
            <a:avLst/>
          </a:prstGeom>
          <a:solidFill>
            <a:srgbClr val="04785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1" name="Kotak Teks 10"/>
          <p:cNvSpPr txBox="1"/>
          <p:nvPr/>
        </p:nvSpPr>
        <p:spPr>
          <a:xfrm>
            <a:off x="4673600" y="2070100"/>
            <a:ext cx="2921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Fungsi Aplikasi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Kotak Teks 11"/>
          <p:cNvSpPr txBox="1"/>
          <p:nvPr/>
        </p:nvSpPr>
        <p:spPr>
          <a:xfrm>
            <a:off x="4673600" y="2451100"/>
            <a:ext cx="29210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Mencatat tugas, mengatur status, menentukan deadline, dan melihat prioritas tugas.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Persegi panjang 12"/>
          <p:cNvSpPr/>
          <p:nvPr/>
        </p:nvSpPr>
        <p:spPr>
          <a:xfrm>
            <a:off x="8153400" y="1905000"/>
            <a:ext cx="3302000" cy="16256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4" name="Persegi panjang 13"/>
          <p:cNvSpPr/>
          <p:nvPr/>
        </p:nvSpPr>
        <p:spPr>
          <a:xfrm>
            <a:off x="8153400" y="1905000"/>
            <a:ext cx="88900" cy="1625600"/>
          </a:xfrm>
          <a:prstGeom prst="rect">
            <a:avLst/>
          </a:prstGeom>
          <a:solidFill>
            <a:srgbClr val="B45309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5" name="Kotak Teks 14"/>
          <p:cNvSpPr txBox="1"/>
          <p:nvPr/>
        </p:nvSpPr>
        <p:spPr>
          <a:xfrm>
            <a:off x="8382000" y="2070100"/>
            <a:ext cx="2921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Target Pengguna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Kotak Teks 15"/>
          <p:cNvSpPr txBox="1"/>
          <p:nvPr/>
        </p:nvSpPr>
        <p:spPr>
          <a:xfrm>
            <a:off x="8382000" y="2451100"/>
            <a:ext cx="29210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Siswa yang ingin mengelola tugas sekolah dengan tampilan sederhana dan rapi.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Kotak Teks 16"/>
          <p:cNvSpPr txBox="1"/>
          <p:nvPr/>
        </p:nvSpPr>
        <p:spPr>
          <a:xfrm>
            <a:off x="863600" y="4191000"/>
            <a:ext cx="10414000" cy="10102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>
              <a:spcAft>
                <a:spcPts val="700"/>
              </a:spcAft>
            </a:pPr>
            <a:r>
              <a:rPr lang="en-US" altLang="en-US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Project dibuat sebagai studi kasus pilihan 1: Sistem Manajemen Tugas Sekolah</a:t>
            </a:r>
            <a:endParaRPr lang="en-US" altLang="en-US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Aplikasi berjalan dengan backend Laravel, tampilan Blade, database, API JSON, dan queue job</a:t>
            </a:r>
            <a:endParaRPr lang="en-US" altLang="en-US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Deadline terdekat tampil di atas, sedangkan tugas selesai otomatis berada di bawah</a:t>
            </a:r>
            <a:endParaRPr lang="en-US" altLang="en-US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Kotak Teks 17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Kotak Teks 18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Fitur Project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Fitur utama yang sudah dibuat pada aplikasi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5" name="Persegi panjang 4"/>
          <p:cNvSpPr/>
          <p:nvPr/>
        </p:nvSpPr>
        <p:spPr>
          <a:xfrm>
            <a:off x="660400" y="1841500"/>
            <a:ext cx="32766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6" name="Persegi panjang 5"/>
          <p:cNvSpPr/>
          <p:nvPr/>
        </p:nvSpPr>
        <p:spPr>
          <a:xfrm>
            <a:off x="660400" y="1841500"/>
            <a:ext cx="88900" cy="13970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7" name="Kotak Teks 6"/>
          <p:cNvSpPr txBox="1"/>
          <p:nvPr/>
        </p:nvSpPr>
        <p:spPr>
          <a:xfrm>
            <a:off x="889000" y="2006600"/>
            <a:ext cx="2895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CRUD Tugas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Kotak Teks 7"/>
          <p:cNvSpPr txBox="1"/>
          <p:nvPr/>
        </p:nvSpPr>
        <p:spPr>
          <a:xfrm>
            <a:off x="889000" y="2387600"/>
            <a:ext cx="28956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Tambah, lihat, edit, dan hapus data tugas sekolah.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Persegi panjang 8"/>
          <p:cNvSpPr/>
          <p:nvPr/>
        </p:nvSpPr>
        <p:spPr>
          <a:xfrm>
            <a:off x="4470400" y="1841500"/>
            <a:ext cx="32766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0" name="Persegi panjang 9"/>
          <p:cNvSpPr/>
          <p:nvPr/>
        </p:nvSpPr>
        <p:spPr>
          <a:xfrm>
            <a:off x="4470400" y="1841500"/>
            <a:ext cx="88900" cy="1397000"/>
          </a:xfrm>
          <a:prstGeom prst="rect">
            <a:avLst/>
          </a:prstGeom>
          <a:solidFill>
            <a:srgbClr val="04785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1" name="Kotak Teks 10"/>
          <p:cNvSpPr txBox="1"/>
          <p:nvPr/>
        </p:nvSpPr>
        <p:spPr>
          <a:xfrm>
            <a:off x="4699000" y="2006600"/>
            <a:ext cx="2895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Status &amp; Deadline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Kotak Teks 11"/>
          <p:cNvSpPr txBox="1"/>
          <p:nvPr/>
        </p:nvSpPr>
        <p:spPr>
          <a:xfrm>
            <a:off x="4699000" y="2387600"/>
            <a:ext cx="28956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Status belum, proses, selesai. Deadline terdekat diprioritaskan.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Persegi panjang 12"/>
          <p:cNvSpPr/>
          <p:nvPr/>
        </p:nvSpPr>
        <p:spPr>
          <a:xfrm>
            <a:off x="8280400" y="1841500"/>
            <a:ext cx="32766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4" name="Persegi panjang 13"/>
          <p:cNvSpPr/>
          <p:nvPr/>
        </p:nvSpPr>
        <p:spPr>
          <a:xfrm>
            <a:off x="8280400" y="1841500"/>
            <a:ext cx="88900" cy="1397000"/>
          </a:xfrm>
          <a:prstGeom prst="rect">
            <a:avLst/>
          </a:prstGeom>
          <a:solidFill>
            <a:srgbClr val="7C3AED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5" name="Kotak Teks 14"/>
          <p:cNvSpPr txBox="1"/>
          <p:nvPr/>
        </p:nvSpPr>
        <p:spPr>
          <a:xfrm>
            <a:off x="8509000" y="2006600"/>
            <a:ext cx="2895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API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Kotak Teks 15"/>
          <p:cNvSpPr txBox="1"/>
          <p:nvPr/>
        </p:nvSpPr>
        <p:spPr>
          <a:xfrm>
            <a:off x="8509000" y="2387600"/>
            <a:ext cx="28956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Endpoint /api/tasks menghasilkan response JSON success, message, dan data.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Persegi panjang 16"/>
          <p:cNvSpPr/>
          <p:nvPr/>
        </p:nvSpPr>
        <p:spPr>
          <a:xfrm>
            <a:off x="2565400" y="3810000"/>
            <a:ext cx="32766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8" name="Persegi panjang 17"/>
          <p:cNvSpPr/>
          <p:nvPr/>
        </p:nvSpPr>
        <p:spPr>
          <a:xfrm>
            <a:off x="2565400" y="3810000"/>
            <a:ext cx="88900" cy="1397000"/>
          </a:xfrm>
          <a:prstGeom prst="rect">
            <a:avLst/>
          </a:prstGeom>
          <a:solidFill>
            <a:srgbClr val="B45309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9" name="Kotak Teks 18"/>
          <p:cNvSpPr txBox="1"/>
          <p:nvPr/>
        </p:nvSpPr>
        <p:spPr>
          <a:xfrm>
            <a:off x="2794000" y="3975100"/>
            <a:ext cx="2895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Queue Reminder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Kotak Teks 19"/>
          <p:cNvSpPr txBox="1"/>
          <p:nvPr/>
        </p:nvSpPr>
        <p:spPr>
          <a:xfrm>
            <a:off x="2794000" y="4356100"/>
            <a:ext cx="28956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Job SendTaskReminder sebagai simulasi proses reminder di background.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Persegi panjang 20"/>
          <p:cNvSpPr/>
          <p:nvPr/>
        </p:nvSpPr>
        <p:spPr>
          <a:xfrm>
            <a:off x="6375400" y="3810000"/>
            <a:ext cx="32766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22" name="Persegi panjang 21"/>
          <p:cNvSpPr/>
          <p:nvPr/>
        </p:nvSpPr>
        <p:spPr>
          <a:xfrm>
            <a:off x="6375400" y="3810000"/>
            <a:ext cx="88900" cy="1397000"/>
          </a:xfrm>
          <a:prstGeom prst="rect">
            <a:avLst/>
          </a:prstGeom>
          <a:solidFill>
            <a:srgbClr val="DC2626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23" name="Kotak Teks 22"/>
          <p:cNvSpPr txBox="1"/>
          <p:nvPr/>
        </p:nvSpPr>
        <p:spPr>
          <a:xfrm>
            <a:off x="6604000" y="3975100"/>
            <a:ext cx="28956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 Form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Kotak Teks 23"/>
          <p:cNvSpPr txBox="1"/>
          <p:nvPr/>
        </p:nvSpPr>
        <p:spPr>
          <a:xfrm>
            <a:off x="6604000" y="4356100"/>
            <a:ext cx="28956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 tambah, edit, dan hapus memakai @csrf untuk mencegah request palsu.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Kotak Teks 24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Kotak Teks 25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Fitur Laravel 13 Yang Digunakan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Minimal 5 fitur baru/modern yang diimplementasikan atau dianalisis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5" name="Kotak Teks 4"/>
          <p:cNvSpPr txBox="1"/>
          <p:nvPr/>
        </p:nvSpPr>
        <p:spPr>
          <a:xfrm>
            <a:off x="736600" y="1841500"/>
            <a:ext cx="6604000" cy="35877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>
              <a:spcAft>
                <a:spcPts val="700"/>
              </a:spcAft>
            </a:pPr>
            <a:r>
              <a:rPr lang="en-US" altLang="en-US" sz="17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Laravel Boost: composer require laravel/boost, boost:install, boost:list-skills</a:t>
            </a:r>
            <a:endParaRPr lang="en-US" altLang="en-US" sz="17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17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JSON Response Standard: API memakai struktur success, message, data</a:t>
            </a:r>
            <a:endParaRPr lang="en-US" altLang="en-US" sz="17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17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Attribute Based Development: model Task memakai PHP Attribute #[Scope]</a:t>
            </a:r>
            <a:endParaRPr lang="en-US" altLang="en-US" sz="17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17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Security Improvement: implementasi @csrf dan analisis konsep PreventRequestForgery</a:t>
            </a:r>
            <a:endParaRPr lang="en-US" altLang="en-US" sz="17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17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Queue / Job Modernization: SendTaskReminder sebagai simulasi queue</a:t>
            </a:r>
            <a:endParaRPr lang="en-US" altLang="en-US" sz="17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17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Developer Experience: project berjalan pada PHP 8.3 dan Laravel 13.11.2</a:t>
            </a:r>
            <a:endParaRPr lang="en-US" altLang="en-US" sz="17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Gambar 5" descr="screenshot-laravel-boo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0" y="1879600"/>
            <a:ext cx="3810000" cy="2159000"/>
          </a:xfrm>
          <a:prstGeom prst="rect">
            <a:avLst/>
          </a:prstGeom>
        </p:spPr>
      </p:pic>
      <p:pic>
        <p:nvPicPr>
          <p:cNvPr id="7" name="Gambar 6" descr="screenshot-laravel13-environ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0" y="4318000"/>
            <a:ext cx="3810000" cy="1498600"/>
          </a:xfrm>
          <a:prstGeom prst="rect">
            <a:avLst/>
          </a:prstGeom>
        </p:spPr>
      </p:pic>
      <p:sp>
        <p:nvSpPr>
          <p:cNvPr id="8" name="Kotak Teks 7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Kotak Teks 8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Penggunaan AI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digunakan sebagai assistant development dan dokumentasi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5" name="Persegi panjang 4"/>
          <p:cNvSpPr/>
          <p:nvPr/>
        </p:nvSpPr>
        <p:spPr>
          <a:xfrm>
            <a:off x="736600" y="1778000"/>
            <a:ext cx="4953000" cy="12954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6" name="Persegi panjang 5"/>
          <p:cNvSpPr/>
          <p:nvPr/>
        </p:nvSpPr>
        <p:spPr>
          <a:xfrm>
            <a:off x="736600" y="1778000"/>
            <a:ext cx="88900" cy="12954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7" name="Kotak Teks 6"/>
          <p:cNvSpPr txBox="1"/>
          <p:nvPr/>
        </p:nvSpPr>
        <p:spPr>
          <a:xfrm>
            <a:off x="965200" y="1943100"/>
            <a:ext cx="4572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yang Digunakan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Kotak Teks 7"/>
          <p:cNvSpPr txBox="1"/>
          <p:nvPr/>
        </p:nvSpPr>
        <p:spPr>
          <a:xfrm>
            <a:off x="965200" y="2324100"/>
            <a:ext cx="45720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ChatGPT sebagai assistant untuk menyusun struktur, debugging, dan dokumentasi.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Persegi panjang 8"/>
          <p:cNvSpPr/>
          <p:nvPr/>
        </p:nvSpPr>
        <p:spPr>
          <a:xfrm>
            <a:off x="6502400" y="1778000"/>
            <a:ext cx="4953000" cy="12954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0" name="Persegi panjang 9"/>
          <p:cNvSpPr/>
          <p:nvPr/>
        </p:nvSpPr>
        <p:spPr>
          <a:xfrm>
            <a:off x="6502400" y="1778000"/>
            <a:ext cx="88900" cy="1295400"/>
          </a:xfrm>
          <a:prstGeom prst="rect">
            <a:avLst/>
          </a:prstGeom>
          <a:solidFill>
            <a:srgbClr val="7C3AED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1" name="Kotak Teks 10"/>
          <p:cNvSpPr txBox="1"/>
          <p:nvPr/>
        </p:nvSpPr>
        <p:spPr>
          <a:xfrm>
            <a:off x="6731000" y="1943100"/>
            <a:ext cx="4572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Prompt yang Digunakan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Kotak Teks 11"/>
          <p:cNvSpPr txBox="1"/>
          <p:nvPr/>
        </p:nvSpPr>
        <p:spPr>
          <a:xfrm>
            <a:off x="6731000" y="2324100"/>
            <a:ext cx="45720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Buatkan implementasi Laravel 13 untuk sistem manajemen tugas sekolah dengan CRUD, JSON API, queue reminder, dan PPT praktikum.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Persegi panjang 12"/>
          <p:cNvSpPr/>
          <p:nvPr/>
        </p:nvSpPr>
        <p:spPr>
          <a:xfrm>
            <a:off x="736600" y="3556000"/>
            <a:ext cx="4953000" cy="12954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4" name="Persegi panjang 13"/>
          <p:cNvSpPr/>
          <p:nvPr/>
        </p:nvSpPr>
        <p:spPr>
          <a:xfrm>
            <a:off x="736600" y="3556000"/>
            <a:ext cx="88900" cy="1295400"/>
          </a:xfrm>
          <a:prstGeom prst="rect">
            <a:avLst/>
          </a:prstGeom>
          <a:solidFill>
            <a:srgbClr val="04785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5" name="Kotak Teks 14"/>
          <p:cNvSpPr txBox="1"/>
          <p:nvPr/>
        </p:nvSpPr>
        <p:spPr>
          <a:xfrm>
            <a:off x="965200" y="3721100"/>
            <a:ext cx="4572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Hasil AI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Kotak Teks 15"/>
          <p:cNvSpPr txBox="1"/>
          <p:nvPr/>
        </p:nvSpPr>
        <p:spPr>
          <a:xfrm>
            <a:off x="965200" y="4102100"/>
            <a:ext cx="45720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Kode fitur, tampilan, queue job, API JSON, screenshot dokumentasi, dan bahan presentasi.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Persegi panjang 16"/>
          <p:cNvSpPr/>
          <p:nvPr/>
        </p:nvSpPr>
        <p:spPr>
          <a:xfrm>
            <a:off x="6502400" y="3556000"/>
            <a:ext cx="4953000" cy="12954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8" name="Persegi panjang 17"/>
          <p:cNvSpPr/>
          <p:nvPr/>
        </p:nvSpPr>
        <p:spPr>
          <a:xfrm>
            <a:off x="6502400" y="3556000"/>
            <a:ext cx="88900" cy="1295400"/>
          </a:xfrm>
          <a:prstGeom prst="rect">
            <a:avLst/>
          </a:prstGeom>
          <a:solidFill>
            <a:srgbClr val="B45309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9" name="Kotak Teks 18"/>
          <p:cNvSpPr txBox="1"/>
          <p:nvPr/>
        </p:nvSpPr>
        <p:spPr>
          <a:xfrm>
            <a:off x="6731000" y="3721100"/>
            <a:ext cx="4572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Analisis Hasil AI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Kotak Teks 19"/>
          <p:cNvSpPr txBox="1"/>
          <p:nvPr/>
        </p:nvSpPr>
        <p:spPr>
          <a:xfrm>
            <a:off x="6731000" y="4102100"/>
            <a:ext cx="45720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Kode tetap diuji dengan php artisan test, dicek versi Laravel, dan disesuaikan dengan kebutuhan project.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Kotak Teks 21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Kotak Teks 22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Laravel 12 vs Laravel 13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Analisis perubahan dan improvement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5" name="Persegi panjang 4"/>
          <p:cNvSpPr/>
          <p:nvPr/>
        </p:nvSpPr>
        <p:spPr>
          <a:xfrm>
            <a:off x="660400" y="1841500"/>
            <a:ext cx="34290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6" name="Persegi panjang 5"/>
          <p:cNvSpPr/>
          <p:nvPr/>
        </p:nvSpPr>
        <p:spPr>
          <a:xfrm>
            <a:off x="660400" y="1841500"/>
            <a:ext cx="88900" cy="1397000"/>
          </a:xfrm>
          <a:prstGeom prst="rect">
            <a:avLst/>
          </a:prstGeom>
          <a:solidFill>
            <a:srgbClr val="1D4ED8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7" name="Kotak Teks 6"/>
          <p:cNvSpPr txBox="1"/>
          <p:nvPr/>
        </p:nvSpPr>
        <p:spPr>
          <a:xfrm>
            <a:off x="889000" y="2006600"/>
            <a:ext cx="3048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 Support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Kotak Teks 7"/>
          <p:cNvSpPr txBox="1"/>
          <p:nvPr/>
        </p:nvSpPr>
        <p:spPr>
          <a:xfrm>
            <a:off x="889000" y="2387600"/>
            <a:ext cx="30480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Laravel 12 belum fokus pada AI workflow. Laravel 13 mendukung workflow modern lewat Laravel Boost.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Persegi panjang 8"/>
          <p:cNvSpPr/>
          <p:nvPr/>
        </p:nvSpPr>
        <p:spPr>
          <a:xfrm>
            <a:off x="4381500" y="1841500"/>
            <a:ext cx="34290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0" name="Persegi panjang 9"/>
          <p:cNvSpPr/>
          <p:nvPr/>
        </p:nvSpPr>
        <p:spPr>
          <a:xfrm>
            <a:off x="4381500" y="1841500"/>
            <a:ext cx="88900" cy="1397000"/>
          </a:xfrm>
          <a:prstGeom prst="rect">
            <a:avLst/>
          </a:prstGeom>
          <a:solidFill>
            <a:srgbClr val="04785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1" name="Kotak Teks 10"/>
          <p:cNvSpPr txBox="1"/>
          <p:nvPr/>
        </p:nvSpPr>
        <p:spPr>
          <a:xfrm>
            <a:off x="4610100" y="2006600"/>
            <a:ext cx="3048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JSON API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Kotak Teks 11"/>
          <p:cNvSpPr txBox="1"/>
          <p:nvPr/>
        </p:nvSpPr>
        <p:spPr>
          <a:xfrm>
            <a:off x="4610100" y="2387600"/>
            <a:ext cx="30480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Laravel 13 lebih siap untuk aplikasi frontend/mobile dengan response JSON yang konsisten.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Persegi panjang 12"/>
          <p:cNvSpPr/>
          <p:nvPr/>
        </p:nvSpPr>
        <p:spPr>
          <a:xfrm>
            <a:off x="8102600" y="1841500"/>
            <a:ext cx="34290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4" name="Persegi panjang 13"/>
          <p:cNvSpPr/>
          <p:nvPr/>
        </p:nvSpPr>
        <p:spPr>
          <a:xfrm>
            <a:off x="8102600" y="1841500"/>
            <a:ext cx="88900" cy="1397000"/>
          </a:xfrm>
          <a:prstGeom prst="rect">
            <a:avLst/>
          </a:prstGeom>
          <a:solidFill>
            <a:srgbClr val="DC2626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5" name="Kotak Teks 14"/>
          <p:cNvSpPr txBox="1"/>
          <p:nvPr/>
        </p:nvSpPr>
        <p:spPr>
          <a:xfrm>
            <a:off x="8331200" y="2006600"/>
            <a:ext cx="3048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Security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Kotak Teks 15"/>
          <p:cNvSpPr txBox="1"/>
          <p:nvPr/>
        </p:nvSpPr>
        <p:spPr>
          <a:xfrm>
            <a:off x="8331200" y="2387600"/>
            <a:ext cx="30480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Laravel 13 membawa arah security request yang lebih modern, termasuk konsep PreventRequestForgery.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Persegi panjang 16"/>
          <p:cNvSpPr/>
          <p:nvPr/>
        </p:nvSpPr>
        <p:spPr>
          <a:xfrm>
            <a:off x="660400" y="3810000"/>
            <a:ext cx="34290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8" name="Persegi panjang 17"/>
          <p:cNvSpPr/>
          <p:nvPr/>
        </p:nvSpPr>
        <p:spPr>
          <a:xfrm>
            <a:off x="660400" y="3810000"/>
            <a:ext cx="88900" cy="1397000"/>
          </a:xfrm>
          <a:prstGeom prst="rect">
            <a:avLst/>
          </a:prstGeom>
          <a:solidFill>
            <a:srgbClr val="B45309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19" name="Kotak Teks 18"/>
          <p:cNvSpPr txBox="1"/>
          <p:nvPr/>
        </p:nvSpPr>
        <p:spPr>
          <a:xfrm>
            <a:off x="889000" y="3975100"/>
            <a:ext cx="3048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Queue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Kotak Teks 19"/>
          <p:cNvSpPr txBox="1"/>
          <p:nvPr/>
        </p:nvSpPr>
        <p:spPr>
          <a:xfrm>
            <a:off x="889000" y="4356100"/>
            <a:ext cx="30480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Laravel 13 memperkuat penggunaan queue/job untuk proses background yang scalable.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Persegi panjang 20"/>
          <p:cNvSpPr/>
          <p:nvPr/>
        </p:nvSpPr>
        <p:spPr>
          <a:xfrm>
            <a:off x="4381500" y="3810000"/>
            <a:ext cx="34290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22" name="Persegi panjang 21"/>
          <p:cNvSpPr/>
          <p:nvPr/>
        </p:nvSpPr>
        <p:spPr>
          <a:xfrm>
            <a:off x="4381500" y="3810000"/>
            <a:ext cx="88900" cy="1397000"/>
          </a:xfrm>
          <a:prstGeom prst="rect">
            <a:avLst/>
          </a:prstGeom>
          <a:solidFill>
            <a:srgbClr val="7C3AED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23" name="Kotak Teks 22"/>
          <p:cNvSpPr txBox="1"/>
          <p:nvPr/>
        </p:nvSpPr>
        <p:spPr>
          <a:xfrm>
            <a:off x="4610100" y="3975100"/>
            <a:ext cx="3048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Attribute System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Kotak Teks 23"/>
          <p:cNvSpPr txBox="1"/>
          <p:nvPr/>
        </p:nvSpPr>
        <p:spPr>
          <a:xfrm>
            <a:off x="4610100" y="4356100"/>
            <a:ext cx="304800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Laravel 13 memperluas penggunaan PHP Attribute agar kode lebih deklaratif dan mudah dibaca.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Persegi panjang 24"/>
          <p:cNvSpPr/>
          <p:nvPr/>
        </p:nvSpPr>
        <p:spPr>
          <a:xfrm>
            <a:off x="8102600" y="3810000"/>
            <a:ext cx="3429000" cy="1397000"/>
          </a:xfrm>
          <a:prstGeom prst="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26" name="Persegi panjang 25"/>
          <p:cNvSpPr/>
          <p:nvPr/>
        </p:nvSpPr>
        <p:spPr>
          <a:xfrm>
            <a:off x="8102600" y="3810000"/>
            <a:ext cx="88900" cy="1397000"/>
          </a:xfrm>
          <a:prstGeom prst="rect">
            <a:avLst/>
          </a:prstGeom>
          <a:solidFill>
            <a:srgbClr val="111827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27" name="Kotak Teks 26"/>
          <p:cNvSpPr txBox="1"/>
          <p:nvPr/>
        </p:nvSpPr>
        <p:spPr>
          <a:xfrm>
            <a:off x="8331200" y="3975100"/>
            <a:ext cx="3048000" cy="26098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7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Developer Experience</a:t>
            </a:r>
            <a:endParaRPr lang="en-US" altLang="en-US" sz="17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Kotak Teks 27"/>
          <p:cNvSpPr txBox="1"/>
          <p:nvPr/>
        </p:nvSpPr>
        <p:spPr>
          <a:xfrm>
            <a:off x="8331200" y="4356100"/>
            <a:ext cx="3048000" cy="36893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2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Tooling, debugging, dan dokumentasi project lebih nyaman untuk workflow modern.</a:t>
            </a:r>
            <a:endParaRPr lang="en-US" altLang="en-US" sz="12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Kotak Teks 28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Kotak Teks 29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Screenshot Project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Dashboard, API, database, dan fitur utama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pic>
        <p:nvPicPr>
          <p:cNvPr id="5" name="Gambar 4" descr="screenshot-dashboar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1752600"/>
            <a:ext cx="3492500" cy="1968500"/>
          </a:xfrm>
          <a:prstGeom prst="rect">
            <a:avLst/>
          </a:prstGeom>
        </p:spPr>
      </p:pic>
      <p:pic>
        <p:nvPicPr>
          <p:cNvPr id="6" name="Gambar 5" descr="screenshot-form-tamba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52600"/>
            <a:ext cx="3492500" cy="1968500"/>
          </a:xfrm>
          <a:prstGeom prst="rect">
            <a:avLst/>
          </a:prstGeom>
        </p:spPr>
      </p:pic>
      <p:pic>
        <p:nvPicPr>
          <p:cNvPr id="7" name="Gambar 6" descr="screenshot-ap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400" y="1752600"/>
            <a:ext cx="3492500" cy="1968500"/>
          </a:xfrm>
          <a:prstGeom prst="rect">
            <a:avLst/>
          </a:prstGeom>
        </p:spPr>
      </p:pic>
      <p:pic>
        <p:nvPicPr>
          <p:cNvPr id="8" name="Gambar 7" descr="screenshot-database-migr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6800" y="4191000"/>
            <a:ext cx="7518400" cy="1676400"/>
          </a:xfrm>
          <a:prstGeom prst="rect">
            <a:avLst/>
          </a:prstGeom>
        </p:spPr>
      </p:pic>
      <p:sp>
        <p:nvSpPr>
          <p:cNvPr id="9" name="Kotak Teks 8"/>
          <p:cNvSpPr txBox="1"/>
          <p:nvPr/>
        </p:nvSpPr>
        <p:spPr>
          <a:xfrm>
            <a:off x="533400" y="3810000"/>
            <a:ext cx="20320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3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  <a:endParaRPr lang="en-US" altLang="en-US" sz="13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Kotak Teks 9"/>
          <p:cNvSpPr txBox="1"/>
          <p:nvPr/>
        </p:nvSpPr>
        <p:spPr>
          <a:xfrm>
            <a:off x="4343400" y="3810000"/>
            <a:ext cx="20320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3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Form Tambah</a:t>
            </a:r>
            <a:endParaRPr lang="en-US" altLang="en-US" sz="13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Kotak Teks 10"/>
          <p:cNvSpPr txBox="1"/>
          <p:nvPr/>
        </p:nvSpPr>
        <p:spPr>
          <a:xfrm>
            <a:off x="8153400" y="3810000"/>
            <a:ext cx="20320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3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 JSON</a:t>
            </a:r>
            <a:endParaRPr lang="en-US" altLang="en-US" sz="13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Kotak Teks 11"/>
          <p:cNvSpPr txBox="1"/>
          <p:nvPr/>
        </p:nvSpPr>
        <p:spPr>
          <a:xfrm>
            <a:off x="2336800" y="5943600"/>
            <a:ext cx="2794000" cy="2000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3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Database / Migration</a:t>
            </a:r>
            <a:endParaRPr lang="en-US" altLang="en-US" sz="13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Kotak Teks 12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Kotak Teks 13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Kesimpulan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Apa yang dipelajari, kendala, dan insight baru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5" name="Kotak Teks 4"/>
          <p:cNvSpPr txBox="1"/>
          <p:nvPr/>
        </p:nvSpPr>
        <p:spPr>
          <a:xfrm>
            <a:off x="863600" y="1905000"/>
            <a:ext cx="10414000" cy="3128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>
              <a:spcAft>
                <a:spcPts val="700"/>
              </a:spcAft>
            </a:pPr>
            <a:r>
              <a:rPr lang="en-US" altLang="en-US" sz="20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Saya belajar membuat aplikasi Laravel 13 dengan CRUD, API JSON, queue job, dan tampilan Blade</a:t>
            </a:r>
            <a:endParaRPr lang="en-US" altLang="en-US" sz="20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20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Saya memahami pentingnya PHP 8.3 untuk menjalankan Laravel 13</a:t>
            </a:r>
            <a:endParaRPr lang="en-US" altLang="en-US" sz="20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20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Fitur Laravel 13 yang paling menarik adalah Laravel Boost karena membantu workflow AI assisted development</a:t>
            </a:r>
            <a:endParaRPr lang="en-US" altLang="en-US" sz="20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20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Kendala utama adalah PHP awal masih 8.2 sehingga dependency Laravel 13 belum bisa berjalan</a:t>
            </a:r>
            <a:endParaRPr lang="en-US" altLang="en-US" sz="20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700"/>
              </a:spcAft>
            </a:pPr>
            <a:r>
              <a:rPr lang="en-US" altLang="en-US" sz="2000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• Insight baru: AI bisa membantu development, tetapi programmer tetap harus memahami, menguji, dan memperbaiki kode</a:t>
            </a:r>
            <a:endParaRPr lang="en-US" altLang="en-US" sz="2000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Kotak Teks 5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Kotak Teks 6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Kotak Teks 1"/>
          <p:cNvSpPr txBox="1"/>
          <p:nvPr/>
        </p:nvSpPr>
        <p:spPr>
          <a:xfrm>
            <a:off x="584200" y="406400"/>
            <a:ext cx="10985500" cy="46164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3000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 GitHub Repository</a:t>
            </a:r>
            <a:endParaRPr lang="en-US" altLang="en-US" sz="3000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Kotak Teks 2"/>
          <p:cNvSpPr txBox="1"/>
          <p:nvPr/>
        </p:nvSpPr>
        <p:spPr>
          <a:xfrm>
            <a:off x="609600" y="1041400"/>
            <a:ext cx="10414000" cy="2152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400">
                <a:solidFill>
                  <a:srgbClr val="64748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Repository pribadi, screenshot repository, dan struktur project</a:t>
            </a:r>
            <a:endParaRPr lang="en-US" altLang="en-US" sz="1400">
              <a:solidFill>
                <a:srgbClr val="64748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Persegi panjang 3"/>
          <p:cNvSpPr/>
          <p:nvPr/>
        </p:nvSpPr>
        <p:spPr>
          <a:xfrm>
            <a:off x="609600" y="1473200"/>
            <a:ext cx="10972800" cy="38100"/>
          </a:xfrm>
          <a:prstGeom prst="rect">
            <a:avLst/>
          </a:prstGeom>
          <a:solidFill>
            <a:srgbClr val="DBEAFE"/>
          </a:solidFill>
          <a:ln w="12700" cap="flat" cmpd="sng" algn="ctr">
            <a:noFill/>
            <a:prstDash val="solid"/>
            <a:miter lim="800000"/>
          </a:ln>
          <a:extLst>
            <a:ext uri="{91240B29-F687-4F45-9708-019B960494DF}">
              <a14:hiddenLine xmlns:a14="http://schemas.microsoft.com/office/drawing/2010/main" w="12700">
                <a:solidFill>
                  <a:schemeClr val="accent1">
                    <a:lumMod val="75000"/>
                  </a:schemeClr>
                </a:solidFill>
                <a:prstDash val="solid"/>
                <a:miter lim="800000"/>
                <a:headEnd/>
                <a:tailEnd/>
              </a14:hiddenLine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id-ID" altLang="en-US"/>
          </a:p>
        </p:txBody>
      </p:sp>
      <p:sp>
        <p:nvSpPr>
          <p:cNvPr id="5" name="Kotak Teks 4"/>
          <p:cNvSpPr txBox="1"/>
          <p:nvPr/>
        </p:nvSpPr>
        <p:spPr>
          <a:xfrm>
            <a:off x="736600" y="1803400"/>
            <a:ext cx="2794000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b="1">
                <a:solidFill>
                  <a:srgbClr val="111827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Link Repository:</a:t>
            </a:r>
            <a:endParaRPr lang="en-US" altLang="en-US" b="1">
              <a:solidFill>
                <a:srgbClr val="111827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Kotak Teks 5"/>
          <p:cNvSpPr txBox="1"/>
          <p:nvPr/>
        </p:nvSpPr>
        <p:spPr>
          <a:xfrm>
            <a:off x="736600" y="2209800"/>
            <a:ext cx="7620000" cy="2768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id-ID">
                <a:solidFill>
                  <a:srgbClr val="1D4ED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https://github.com/NizarCandra/TaskSchool.git</a:t>
            </a:r>
            <a:endParaRPr lang="en-US" altLang="id-ID">
              <a:solidFill>
                <a:srgbClr val="1D4ED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Gambar 6" descr="screenshot-struktur-projec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600" y="2921000"/>
            <a:ext cx="5143500" cy="2730500"/>
          </a:xfrm>
          <a:prstGeom prst="rect">
            <a:avLst/>
          </a:prstGeom>
        </p:spPr>
      </p:pic>
      <p:sp>
        <p:nvSpPr>
          <p:cNvPr id="11" name="Kotak Teks 10"/>
          <p:cNvSpPr txBox="1"/>
          <p:nvPr/>
        </p:nvSpPr>
        <p:spPr>
          <a:xfrm>
            <a:off x="533400" y="6477000"/>
            <a:ext cx="2794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TaskSchool - Laravel 13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Kotak Teks 11"/>
          <p:cNvSpPr txBox="1"/>
          <p:nvPr/>
        </p:nvSpPr>
        <p:spPr>
          <a:xfrm>
            <a:off x="11112500" y="6477000"/>
            <a:ext cx="635000" cy="15367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r>
              <a:rPr lang="en-US" altLang="en-US" sz="1000">
                <a:solidFill>
                  <a:srgbClr val="94A3B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 / 9</a:t>
            </a:r>
            <a:endParaRPr lang="en-US" altLang="en-US" sz="1000">
              <a:solidFill>
                <a:srgbClr val="94A3B8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Gambar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2921000"/>
            <a:ext cx="5143500" cy="273113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4019</Words>
  <Application>WPS Presentation</Application>
  <PresentationFormat>Widescreen</PresentationFormat>
  <Paragraphs>182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SimSun</vt:lpstr>
      <vt:lpstr>Wingdings</vt:lpstr>
      <vt:lpstr>Wingdings</vt:lpstr>
      <vt:lpstr>Microsoft YaHei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LENOVO</dc:creator>
  <cp:lastModifiedBy>Nizar Candra</cp:lastModifiedBy>
  <cp:revision>5</cp:revision>
  <dcterms:created xsi:type="dcterms:W3CDTF">2026-05-26T00:44:00Z</dcterms:created>
  <dcterms:modified xsi:type="dcterms:W3CDTF">2026-05-26T04:04:30Z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1057-12.1.0.26372</vt:lpwstr>
  </property>
  <property fmtid="{D5CDD505-2E9C-101B-9397-08002B2CF9AE}" pid="3" name="ICV">
    <vt:lpwstr>7271F76BD1654228AC5EE1478A0E600C_11</vt:lpwstr>
  </property>
</Properties>
</file>